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8" r:id="rId8"/>
    <p:sldId id="267" r:id="rId9"/>
    <p:sldId id="269" r:id="rId10"/>
    <p:sldId id="270" r:id="rId11"/>
    <p:sldId id="271" r:id="rId12"/>
    <p:sldId id="272" r:id="rId13"/>
    <p:sldId id="273" r:id="rId14"/>
    <p:sldId id="275" r:id="rId15"/>
    <p:sldId id="276" r:id="rId16"/>
    <p:sldId id="274" r:id="rId17"/>
    <p:sldId id="277" r:id="rId18"/>
    <p:sldId id="278" r:id="rId19"/>
    <p:sldId id="279" r:id="rId20"/>
    <p:sldId id="280" r:id="rId21"/>
    <p:sldId id="281" r:id="rId22"/>
    <p:sldId id="283" r:id="rId23"/>
    <p:sldId id="284" r:id="rId24"/>
    <p:sldId id="285" r:id="rId25"/>
    <p:sldId id="286" r:id="rId26"/>
    <p:sldId id="287" r:id="rId27"/>
    <p:sldId id="288" r:id="rId28"/>
    <p:sldId id="289" r:id="rId29"/>
    <p:sldId id="282" r:id="rId30"/>
    <p:sldId id="290" r:id="rId31"/>
    <p:sldId id="292" r:id="rId32"/>
    <p:sldId id="293" r:id="rId33"/>
    <p:sldId id="266" r:id="rId34"/>
    <p:sldId id="261"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3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6" Type="http://schemas.openxmlformats.org/officeDocument/2006/relationships/tags" Target="../tags/tag90.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6" name="任意多边形: 形状 35"/>
          <p:cNvSpPr/>
          <p:nvPr>
            <p:custDataLst>
              <p:tags r:id="rId2"/>
            </p:custDataLst>
          </p:nvPr>
        </p:nvSpPr>
        <p:spPr>
          <a:xfrm>
            <a:off x="6922327" y="0"/>
            <a:ext cx="4255001" cy="6858000"/>
          </a:xfrm>
          <a:custGeom>
            <a:avLst/>
            <a:gdLst>
              <a:gd name="connsiteX0" fmla="*/ 10047 w 4255001"/>
              <a:gd name="connsiteY0" fmla="*/ 0 h 6858000"/>
              <a:gd name="connsiteX1" fmla="*/ 1582133 w 4255001"/>
              <a:gd name="connsiteY1" fmla="*/ 0 h 6858000"/>
              <a:gd name="connsiteX2" fmla="*/ 4255001 w 4255001"/>
              <a:gd name="connsiteY2" fmla="*/ 3421116 h 6858000"/>
              <a:gd name="connsiteX3" fmla="*/ 4253144 w 4255001"/>
              <a:gd name="connsiteY3" fmla="*/ 3422567 h 6858000"/>
              <a:gd name="connsiteX4" fmla="*/ 4255000 w 4255001"/>
              <a:gd name="connsiteY4" fmla="*/ 3424018 h 6858000"/>
              <a:gd name="connsiteX5" fmla="*/ 1572143 w 4255001"/>
              <a:gd name="connsiteY5" fmla="*/ 6858000 h 6858000"/>
              <a:gd name="connsiteX6" fmla="*/ 0 w 4255001"/>
              <a:gd name="connsiteY6" fmla="*/ 6858000 h 6858000"/>
              <a:gd name="connsiteX7" fmla="*/ 2684020 w 4255001"/>
              <a:gd name="connsiteY7" fmla="*/ 3422531 h 6858000"/>
              <a:gd name="connsiteX8" fmla="*/ 10047 w 4255001"/>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001" h="6858000">
                <a:moveTo>
                  <a:pt x="10047" y="0"/>
                </a:moveTo>
                <a:lnTo>
                  <a:pt x="1582133" y="0"/>
                </a:lnTo>
                <a:lnTo>
                  <a:pt x="4255001" y="3421116"/>
                </a:lnTo>
                <a:lnTo>
                  <a:pt x="4253144" y="3422567"/>
                </a:lnTo>
                <a:lnTo>
                  <a:pt x="4255000" y="3424018"/>
                </a:lnTo>
                <a:lnTo>
                  <a:pt x="1572143" y="6858000"/>
                </a:lnTo>
                <a:lnTo>
                  <a:pt x="0" y="6858000"/>
                </a:lnTo>
                <a:lnTo>
                  <a:pt x="2684020" y="3422531"/>
                </a:lnTo>
                <a:lnTo>
                  <a:pt x="10047"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5" name="任意多边形: 形状 44"/>
          <p:cNvSpPr/>
          <p:nvPr>
            <p:custDataLst>
              <p:tags r:id="rId3"/>
            </p:custDataLst>
          </p:nvPr>
        </p:nvSpPr>
        <p:spPr>
          <a:xfrm>
            <a:off x="8102006" y="1"/>
            <a:ext cx="4088966" cy="6857998"/>
          </a:xfrm>
          <a:custGeom>
            <a:avLst/>
            <a:gdLst>
              <a:gd name="connsiteX0" fmla="*/ 0 w 4088966"/>
              <a:gd name="connsiteY0" fmla="*/ 0 h 6857998"/>
              <a:gd name="connsiteX1" fmla="*/ 1572086 w 4088966"/>
              <a:gd name="connsiteY1" fmla="*/ 0 h 6857998"/>
              <a:gd name="connsiteX2" fmla="*/ 4088966 w 4088966"/>
              <a:gd name="connsiteY2" fmla="*/ 3221459 h 6857998"/>
              <a:gd name="connsiteX3" fmla="*/ 4088966 w 4088966"/>
              <a:gd name="connsiteY3" fmla="*/ 3646538 h 6857998"/>
              <a:gd name="connsiteX4" fmla="*/ 1579958 w 4088966"/>
              <a:gd name="connsiteY4" fmla="*/ 6857997 h 6857998"/>
              <a:gd name="connsiteX5" fmla="*/ 7814 w 4088966"/>
              <a:gd name="connsiteY5" fmla="*/ 6857998 h 6857998"/>
              <a:gd name="connsiteX6" fmla="*/ 2682903 w 4088966"/>
              <a:gd name="connsiteY6" fmla="*/ 343396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88966" h="6857998">
                <a:moveTo>
                  <a:pt x="0" y="0"/>
                </a:moveTo>
                <a:lnTo>
                  <a:pt x="1572086" y="0"/>
                </a:lnTo>
                <a:lnTo>
                  <a:pt x="4088966" y="3221459"/>
                </a:lnTo>
                <a:lnTo>
                  <a:pt x="4088966" y="3646538"/>
                </a:lnTo>
                <a:lnTo>
                  <a:pt x="1579958" y="6857997"/>
                </a:lnTo>
                <a:lnTo>
                  <a:pt x="7814" y="6857998"/>
                </a:lnTo>
                <a:lnTo>
                  <a:pt x="2682903" y="343396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9" name="任意多边形: 形状 38"/>
          <p:cNvSpPr/>
          <p:nvPr>
            <p:custDataLst>
              <p:tags r:id="rId4"/>
            </p:custDataLst>
          </p:nvPr>
        </p:nvSpPr>
        <p:spPr>
          <a:xfrm>
            <a:off x="7385876" y="0"/>
            <a:ext cx="4255002" cy="6858000"/>
          </a:xfrm>
          <a:custGeom>
            <a:avLst/>
            <a:gdLst>
              <a:gd name="connsiteX0" fmla="*/ 10048 w 4255002"/>
              <a:gd name="connsiteY0" fmla="*/ 0 h 6858000"/>
              <a:gd name="connsiteX1" fmla="*/ 1582134 w 4255002"/>
              <a:gd name="connsiteY1" fmla="*/ 0 h 6858000"/>
              <a:gd name="connsiteX2" fmla="*/ 4255002 w 4255002"/>
              <a:gd name="connsiteY2" fmla="*/ 3421116 h 6858000"/>
              <a:gd name="connsiteX3" fmla="*/ 4253145 w 4255002"/>
              <a:gd name="connsiteY3" fmla="*/ 3422567 h 6858000"/>
              <a:gd name="connsiteX4" fmla="*/ 4255001 w 4255002"/>
              <a:gd name="connsiteY4" fmla="*/ 3424018 h 6858000"/>
              <a:gd name="connsiteX5" fmla="*/ 1572144 w 4255002"/>
              <a:gd name="connsiteY5" fmla="*/ 6858000 h 6858000"/>
              <a:gd name="connsiteX6" fmla="*/ 0 w 4255002"/>
              <a:gd name="connsiteY6" fmla="*/ 6857999 h 6858000"/>
              <a:gd name="connsiteX7" fmla="*/ 2684021 w 4255002"/>
              <a:gd name="connsiteY7" fmla="*/ 3422531 h 6858000"/>
              <a:gd name="connsiteX8" fmla="*/ 10048 w 4255002"/>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002" h="6858000">
                <a:moveTo>
                  <a:pt x="10048" y="0"/>
                </a:moveTo>
                <a:lnTo>
                  <a:pt x="1582134" y="0"/>
                </a:lnTo>
                <a:lnTo>
                  <a:pt x="4255002" y="3421116"/>
                </a:lnTo>
                <a:lnTo>
                  <a:pt x="4253145" y="3422567"/>
                </a:lnTo>
                <a:lnTo>
                  <a:pt x="4255001" y="3424018"/>
                </a:lnTo>
                <a:lnTo>
                  <a:pt x="1572144" y="6858000"/>
                </a:lnTo>
                <a:lnTo>
                  <a:pt x="0" y="6857999"/>
                </a:lnTo>
                <a:lnTo>
                  <a:pt x="2684021" y="3422531"/>
                </a:lnTo>
                <a:lnTo>
                  <a:pt x="10048"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矩形 11"/>
          <p:cNvSpPr>
            <a:spLocks noChangeAspect="1"/>
          </p:cNvSpPr>
          <p:nvPr>
            <p:custDataLst>
              <p:tags r:id="rId5"/>
            </p:custDataLst>
          </p:nvPr>
        </p:nvSpPr>
        <p:spPr>
          <a:xfrm>
            <a:off x="875665" y="5866130"/>
            <a:ext cx="179705"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a:spLocks noChangeAspect="1"/>
          </p:cNvSpPr>
          <p:nvPr>
            <p:custDataLst>
              <p:tags r:id="rId6"/>
            </p:custDataLst>
          </p:nvPr>
        </p:nvSpPr>
        <p:spPr>
          <a:xfrm>
            <a:off x="875665" y="6104255"/>
            <a:ext cx="179705"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a:spLocks noChangeAspect="1"/>
          </p:cNvSpPr>
          <p:nvPr>
            <p:custDataLst>
              <p:tags r:id="rId7"/>
            </p:custDataLst>
          </p:nvPr>
        </p:nvSpPr>
        <p:spPr>
          <a:xfrm>
            <a:off x="1123315" y="5866130"/>
            <a:ext cx="179705"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a:spLocks noChangeAspect="1"/>
          </p:cNvSpPr>
          <p:nvPr>
            <p:custDataLst>
              <p:tags r:id="rId8"/>
            </p:custDataLst>
          </p:nvPr>
        </p:nvSpPr>
        <p:spPr>
          <a:xfrm>
            <a:off x="1123315" y="6104255"/>
            <a:ext cx="179705"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custDataLst>
              <p:tags r:id="rId9"/>
            </p:custDataLst>
          </p:nvPr>
        </p:nvSpPr>
        <p:spPr>
          <a:xfrm>
            <a:off x="1369695" y="6104255"/>
            <a:ext cx="179705"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a:spLocks noChangeAspect="1"/>
          </p:cNvSpPr>
          <p:nvPr>
            <p:custDataLst>
              <p:tags r:id="rId10"/>
            </p:custDataLst>
          </p:nvPr>
        </p:nvSpPr>
        <p:spPr>
          <a:xfrm>
            <a:off x="1616710" y="6104255"/>
            <a:ext cx="179705"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11"/>
            </p:custDataLst>
          </p:nvPr>
        </p:nvSpPr>
        <p:spPr>
          <a:xfrm>
            <a:off x="792000" y="2653200"/>
            <a:ext cx="7632000" cy="1637610"/>
          </a:xfrm>
        </p:spPr>
        <p:txBody>
          <a:bodyPr wrap="square" anchor="t">
            <a:normAutofit/>
          </a:bodyPr>
          <a:lstStyle>
            <a:lvl1pPr algn="l">
              <a:lnSpc>
                <a:spcPct val="100000"/>
              </a:lnSpc>
              <a:defRPr sz="6000">
                <a:solidFill>
                  <a:schemeClr val="accent1"/>
                </a:solidFill>
              </a:defRPr>
            </a:lvl1pPr>
          </a:lstStyle>
          <a:p>
            <a:r>
              <a:rPr lang="zh-CN" altLang="en-US" dirty="0"/>
              <a:t>单击编辑母版标题</a:t>
            </a:r>
            <a:endParaRPr lang="zh-CN" altLang="en-US" dirty="0"/>
          </a:p>
        </p:txBody>
      </p:sp>
      <p:sp>
        <p:nvSpPr>
          <p:cNvPr id="3" name="副标题 2"/>
          <p:cNvSpPr>
            <a:spLocks noGrp="1"/>
          </p:cNvSpPr>
          <p:nvPr>
            <p:ph type="subTitle" idx="1" hasCustomPrompt="1"/>
            <p:custDataLst>
              <p:tags r:id="rId12"/>
            </p:custDataLst>
          </p:nvPr>
        </p:nvSpPr>
        <p:spPr>
          <a:xfrm>
            <a:off x="791845" y="1878965"/>
            <a:ext cx="7632700" cy="582930"/>
          </a:xfrm>
        </p:spPr>
        <p:txBody>
          <a:bodyPr wrap="square" anchor="t">
            <a:normAutofit/>
          </a:bodyPr>
          <a:lstStyle>
            <a:lvl1pPr marL="0" indent="0" algn="l">
              <a:lnSpc>
                <a:spcPct val="100000"/>
              </a:lnSpc>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1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5"/>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6"/>
            </p:custDataLst>
          </p:nvPr>
        </p:nvSpPr>
        <p:spPr>
          <a:xfrm>
            <a:off x="867600" y="4363200"/>
            <a:ext cx="2880000" cy="576000"/>
          </a:xfrm>
          <a:prstGeom prst="chevron">
            <a:avLst>
              <a:gd name="adj" fmla="val 30157"/>
            </a:avLst>
          </a:prstGeom>
          <a:gradFill>
            <a:gsLst>
              <a:gs pos="0">
                <a:schemeClr val="accent1">
                  <a:lumMod val="65000"/>
                  <a:lumOff val="35000"/>
                </a:schemeClr>
              </a:gs>
              <a:gs pos="100000">
                <a:schemeClr val="accent1"/>
              </a:gs>
            </a:gsLst>
            <a:lin ang="4800000" scaled="0"/>
          </a:gra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37600" y="853200"/>
            <a:ext cx="2779200" cy="925200"/>
          </a:xfrm>
        </p:spPr>
        <p:txBody>
          <a:bodyPr wrap="square" anchor="ctr">
            <a:normAutofit/>
          </a:bodyPr>
          <a:lstStyle>
            <a:lvl1pPr>
              <a:defRPr sz="6000"/>
            </a:lvl1pPr>
          </a:lstStyle>
          <a:p>
            <a:r>
              <a:rPr lang="zh-CN" altLang="en-US" dirty="0"/>
              <a:t>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矩形 3"/>
          <p:cNvSpPr>
            <a:spLocks noChangeAspect="1"/>
          </p:cNvSpPr>
          <p:nvPr>
            <p:custDataLst>
              <p:tags r:id="rId6"/>
            </p:custDataLst>
          </p:nvPr>
        </p:nvSpPr>
        <p:spPr>
          <a:xfrm flipH="1">
            <a:off x="10922635" y="1105535"/>
            <a:ext cx="179705"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a:spLocks noChangeAspect="1"/>
          </p:cNvSpPr>
          <p:nvPr>
            <p:custDataLst>
              <p:tags r:id="rId7"/>
            </p:custDataLst>
          </p:nvPr>
        </p:nvSpPr>
        <p:spPr>
          <a:xfrm flipH="1">
            <a:off x="10922635" y="1343660"/>
            <a:ext cx="179705"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a:spLocks noChangeAspect="1"/>
          </p:cNvSpPr>
          <p:nvPr>
            <p:custDataLst>
              <p:tags r:id="rId8"/>
            </p:custDataLst>
          </p:nvPr>
        </p:nvSpPr>
        <p:spPr>
          <a:xfrm flipH="1">
            <a:off x="10674985" y="1105535"/>
            <a:ext cx="179705"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a:spLocks noChangeAspect="1"/>
          </p:cNvSpPr>
          <p:nvPr>
            <p:custDataLst>
              <p:tags r:id="rId9"/>
            </p:custDataLst>
          </p:nvPr>
        </p:nvSpPr>
        <p:spPr>
          <a:xfrm flipH="1">
            <a:off x="10674985" y="1343660"/>
            <a:ext cx="179705"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a:spLocks noChangeAspect="1"/>
          </p:cNvSpPr>
          <p:nvPr>
            <p:custDataLst>
              <p:tags r:id="rId10"/>
            </p:custDataLst>
          </p:nvPr>
        </p:nvSpPr>
        <p:spPr>
          <a:xfrm flipH="1">
            <a:off x="10428605" y="1343660"/>
            <a:ext cx="179705"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a:spLocks noChangeAspect="1"/>
          </p:cNvSpPr>
          <p:nvPr>
            <p:custDataLst>
              <p:tags r:id="rId11"/>
            </p:custDataLst>
          </p:nvPr>
        </p:nvSpPr>
        <p:spPr>
          <a:xfrm flipH="1">
            <a:off x="10181590" y="1343660"/>
            <a:ext cx="179705"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34" name="任意多边形: 形状 33"/>
          <p:cNvSpPr/>
          <p:nvPr>
            <p:custDataLst>
              <p:tags r:id="rId2"/>
            </p:custDataLst>
          </p:nvPr>
        </p:nvSpPr>
        <p:spPr>
          <a:xfrm>
            <a:off x="1027" y="0"/>
            <a:ext cx="3393240" cy="6858000"/>
          </a:xfrm>
          <a:custGeom>
            <a:avLst/>
            <a:gdLst>
              <a:gd name="connsiteX0" fmla="*/ 0 w 3393240"/>
              <a:gd name="connsiteY0" fmla="*/ 0 h 6858000"/>
              <a:gd name="connsiteX1" fmla="*/ 720451 w 3393240"/>
              <a:gd name="connsiteY1" fmla="*/ 1 h 6858000"/>
              <a:gd name="connsiteX2" fmla="*/ 3393240 w 3393240"/>
              <a:gd name="connsiteY2" fmla="*/ 3421015 h 6858000"/>
              <a:gd name="connsiteX3" fmla="*/ 3391382 w 3393240"/>
              <a:gd name="connsiteY3" fmla="*/ 3422466 h 6858000"/>
              <a:gd name="connsiteX4" fmla="*/ 3393239 w 3393240"/>
              <a:gd name="connsiteY4" fmla="*/ 3423917 h 6858000"/>
              <a:gd name="connsiteX5" fmla="*/ 710239 w 3393240"/>
              <a:gd name="connsiteY5" fmla="*/ 6858000 h 6858000"/>
              <a:gd name="connsiteX6" fmla="*/ 0 w 3393240"/>
              <a:gd name="connsiteY6" fmla="*/ 6858000 h 6858000"/>
              <a:gd name="connsiteX7" fmla="*/ 0 w 3393240"/>
              <a:gd name="connsiteY7" fmla="*/ 5754817 h 6858000"/>
              <a:gd name="connsiteX8" fmla="*/ 1822233 w 3393240"/>
              <a:gd name="connsiteY8" fmla="*/ 3422467 h 6858000"/>
              <a:gd name="connsiteX9" fmla="*/ 0 w 3393240"/>
              <a:gd name="connsiteY9" fmla="*/ 1090115 h 6858000"/>
              <a:gd name="connsiteX10" fmla="*/ 0 w 339324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3240" h="6858000">
                <a:moveTo>
                  <a:pt x="0" y="0"/>
                </a:moveTo>
                <a:lnTo>
                  <a:pt x="720451" y="1"/>
                </a:lnTo>
                <a:lnTo>
                  <a:pt x="3393240" y="3421015"/>
                </a:lnTo>
                <a:lnTo>
                  <a:pt x="3391382" y="3422466"/>
                </a:lnTo>
                <a:lnTo>
                  <a:pt x="3393239" y="3423917"/>
                </a:lnTo>
                <a:lnTo>
                  <a:pt x="710239" y="6858000"/>
                </a:lnTo>
                <a:lnTo>
                  <a:pt x="0" y="6858000"/>
                </a:lnTo>
                <a:lnTo>
                  <a:pt x="0" y="5754817"/>
                </a:lnTo>
                <a:lnTo>
                  <a:pt x="1822233" y="3422467"/>
                </a:lnTo>
                <a:lnTo>
                  <a:pt x="0" y="1090115"/>
                </a:lnTo>
                <a:lnTo>
                  <a:pt x="0"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0" name="任意多边形: 形状 39"/>
          <p:cNvSpPr/>
          <p:nvPr>
            <p:custDataLst>
              <p:tags r:id="rId3"/>
            </p:custDataLst>
          </p:nvPr>
        </p:nvSpPr>
        <p:spPr>
          <a:xfrm>
            <a:off x="319213" y="1"/>
            <a:ext cx="4253614" cy="6858000"/>
          </a:xfrm>
          <a:custGeom>
            <a:avLst/>
            <a:gdLst>
              <a:gd name="connsiteX0" fmla="*/ 0 w 4253614"/>
              <a:gd name="connsiteY0" fmla="*/ 0 h 6858000"/>
              <a:gd name="connsiteX1" fmla="*/ 1572141 w 4253614"/>
              <a:gd name="connsiteY1" fmla="*/ 0 h 6858000"/>
              <a:gd name="connsiteX2" fmla="*/ 4253613 w 4253614"/>
              <a:gd name="connsiteY2" fmla="*/ 3432127 h 6858000"/>
              <a:gd name="connsiteX3" fmla="*/ 4251756 w 4253614"/>
              <a:gd name="connsiteY3" fmla="*/ 3433579 h 6858000"/>
              <a:gd name="connsiteX4" fmla="*/ 4253614 w 4253614"/>
              <a:gd name="connsiteY4" fmla="*/ 3435029 h 6858000"/>
              <a:gd name="connsiteX5" fmla="*/ 1579296 w 4253614"/>
              <a:gd name="connsiteY5" fmla="*/ 6858000 h 6858000"/>
              <a:gd name="connsiteX6" fmla="*/ 7155 w 4253614"/>
              <a:gd name="connsiteY6" fmla="*/ 6857999 h 6858000"/>
              <a:gd name="connsiteX7" fmla="*/ 2682607 w 4253614"/>
              <a:gd name="connsiteY7" fmla="*/ 3433579 h 6858000"/>
              <a:gd name="connsiteX8" fmla="*/ 0 w 4253614"/>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3614" h="6858000">
                <a:moveTo>
                  <a:pt x="0" y="0"/>
                </a:moveTo>
                <a:lnTo>
                  <a:pt x="1572141" y="0"/>
                </a:lnTo>
                <a:lnTo>
                  <a:pt x="4253613" y="3432127"/>
                </a:lnTo>
                <a:lnTo>
                  <a:pt x="4251756" y="3433579"/>
                </a:lnTo>
                <a:lnTo>
                  <a:pt x="4253614" y="3435029"/>
                </a:lnTo>
                <a:lnTo>
                  <a:pt x="1579296" y="6858000"/>
                </a:lnTo>
                <a:lnTo>
                  <a:pt x="7155" y="6857999"/>
                </a:lnTo>
                <a:lnTo>
                  <a:pt x="2682607" y="3433579"/>
                </a:lnTo>
                <a:lnTo>
                  <a:pt x="0"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7" name="任意多边形: 形状 36"/>
          <p:cNvSpPr/>
          <p:nvPr>
            <p:custDataLst>
              <p:tags r:id="rId4"/>
            </p:custDataLst>
          </p:nvPr>
        </p:nvSpPr>
        <p:spPr>
          <a:xfrm>
            <a:off x="1026" y="0"/>
            <a:ext cx="3856790" cy="6858000"/>
          </a:xfrm>
          <a:custGeom>
            <a:avLst/>
            <a:gdLst>
              <a:gd name="connsiteX0" fmla="*/ 1183999 w 3856790"/>
              <a:gd name="connsiteY0" fmla="*/ 0 h 6858000"/>
              <a:gd name="connsiteX1" fmla="*/ 3856790 w 3856790"/>
              <a:gd name="connsiteY1" fmla="*/ 3421016 h 6858000"/>
              <a:gd name="connsiteX2" fmla="*/ 3854932 w 3856790"/>
              <a:gd name="connsiteY2" fmla="*/ 3422467 h 6858000"/>
              <a:gd name="connsiteX3" fmla="*/ 3856789 w 3856790"/>
              <a:gd name="connsiteY3" fmla="*/ 3423919 h 6858000"/>
              <a:gd name="connsiteX4" fmla="*/ 1173791 w 3856790"/>
              <a:gd name="connsiteY4" fmla="*/ 6858000 h 6858000"/>
              <a:gd name="connsiteX5" fmla="*/ 0 w 3856790"/>
              <a:gd name="connsiteY5" fmla="*/ 6858000 h 6858000"/>
              <a:gd name="connsiteX6" fmla="*/ 0 w 3856790"/>
              <a:gd name="connsiteY6" fmla="*/ 6348134 h 6858000"/>
              <a:gd name="connsiteX7" fmla="*/ 2285782 w 3856790"/>
              <a:gd name="connsiteY7" fmla="*/ 3422467 h 6858000"/>
              <a:gd name="connsiteX8" fmla="*/ 0 w 3856790"/>
              <a:gd name="connsiteY8" fmla="*/ 496800 h 6858000"/>
              <a:gd name="connsiteX9" fmla="*/ 0 w 3856790"/>
              <a:gd name="connsiteY9" fmla="*/ 1 h 6858000"/>
              <a:gd name="connsiteX10" fmla="*/ 1183999 w 385679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56790" h="6858000">
                <a:moveTo>
                  <a:pt x="1183999" y="0"/>
                </a:moveTo>
                <a:lnTo>
                  <a:pt x="3856790" y="3421016"/>
                </a:lnTo>
                <a:lnTo>
                  <a:pt x="3854932" y="3422467"/>
                </a:lnTo>
                <a:lnTo>
                  <a:pt x="3856789" y="3423919"/>
                </a:lnTo>
                <a:lnTo>
                  <a:pt x="1173791" y="6858000"/>
                </a:lnTo>
                <a:lnTo>
                  <a:pt x="0" y="6858000"/>
                </a:lnTo>
                <a:lnTo>
                  <a:pt x="0" y="6348134"/>
                </a:lnTo>
                <a:lnTo>
                  <a:pt x="2285782" y="3422467"/>
                </a:lnTo>
                <a:lnTo>
                  <a:pt x="0" y="496800"/>
                </a:lnTo>
                <a:lnTo>
                  <a:pt x="0" y="1"/>
                </a:lnTo>
                <a:lnTo>
                  <a:pt x="1183999"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矩形 6"/>
          <p:cNvSpPr>
            <a:spLocks noChangeAspect="1"/>
          </p:cNvSpPr>
          <p:nvPr>
            <p:custDataLst>
              <p:tags r:id="rId5"/>
            </p:custDataLst>
          </p:nvPr>
        </p:nvSpPr>
        <p:spPr>
          <a:xfrm flipH="1">
            <a:off x="11382893" y="5866374"/>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a:spLocks noChangeAspect="1"/>
          </p:cNvSpPr>
          <p:nvPr>
            <p:custDataLst>
              <p:tags r:id="rId6"/>
            </p:custDataLst>
          </p:nvPr>
        </p:nvSpPr>
        <p:spPr>
          <a:xfrm flipH="1">
            <a:off x="11382893" y="6104504"/>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a:spLocks noChangeAspect="1"/>
          </p:cNvSpPr>
          <p:nvPr>
            <p:custDataLst>
              <p:tags r:id="rId7"/>
            </p:custDataLst>
          </p:nvPr>
        </p:nvSpPr>
        <p:spPr>
          <a:xfrm flipH="1">
            <a:off x="11135238" y="5866374"/>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a:spLocks noChangeAspect="1"/>
          </p:cNvSpPr>
          <p:nvPr>
            <p:custDataLst>
              <p:tags r:id="rId8"/>
            </p:custDataLst>
          </p:nvPr>
        </p:nvSpPr>
        <p:spPr>
          <a:xfrm flipH="1">
            <a:off x="11135238" y="6104504"/>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a:spLocks noChangeAspect="1"/>
          </p:cNvSpPr>
          <p:nvPr>
            <p:custDataLst>
              <p:tags r:id="rId9"/>
            </p:custDataLst>
          </p:nvPr>
        </p:nvSpPr>
        <p:spPr>
          <a:xfrm flipH="1">
            <a:off x="10888956" y="6104504"/>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a:spLocks noChangeAspect="1"/>
          </p:cNvSpPr>
          <p:nvPr>
            <p:custDataLst>
              <p:tags r:id="rId10"/>
            </p:custDataLst>
          </p:nvPr>
        </p:nvSpPr>
        <p:spPr>
          <a:xfrm flipH="1">
            <a:off x="10641837" y="6104504"/>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11"/>
            </p:custDataLst>
          </p:nvPr>
        </p:nvSpPr>
        <p:spPr>
          <a:xfrm flipH="1">
            <a:off x="5564051" y="3197355"/>
            <a:ext cx="2484000" cy="18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12"/>
            </p:custDataLst>
          </p:nvPr>
        </p:nvSpPr>
        <p:spPr>
          <a:xfrm>
            <a:off x="5436000" y="3600000"/>
            <a:ext cx="6534000" cy="2055600"/>
          </a:xfrm>
        </p:spPr>
        <p:txBody>
          <a:bodyPr wrap="square" anchor="t">
            <a:normAutofit/>
          </a:bodyPr>
          <a:lstStyle>
            <a:lvl1pPr algn="l">
              <a:defRPr sz="6000"/>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3"/>
            </p:custDataLst>
          </p:nvPr>
        </p:nvSpPr>
        <p:spPr>
          <a:xfrm>
            <a:off x="5436000" y="2005200"/>
            <a:ext cx="3895200" cy="831600"/>
          </a:xfrm>
        </p:spPr>
        <p:txBody>
          <a:bodyPr wrap="none" anchor="b">
            <a:normAutofit/>
          </a:bodyPr>
          <a:lstStyle>
            <a:lvl1pPr marL="0" indent="0" algn="l">
              <a:buNone/>
              <a:defRPr sz="4800" b="1">
                <a:solidFill>
                  <a:schemeClr val="accent1">
                    <a:lumMod val="60000"/>
                    <a:lumOff val="40000"/>
                  </a:schemeClr>
                </a:solidFill>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32" name="任意多边形: 形状 31"/>
          <p:cNvSpPr/>
          <p:nvPr>
            <p:custDataLst>
              <p:tags r:id="rId2"/>
            </p:custDataLst>
          </p:nvPr>
        </p:nvSpPr>
        <p:spPr>
          <a:xfrm>
            <a:off x="1710632" y="0"/>
            <a:ext cx="4326440" cy="6857999"/>
          </a:xfrm>
          <a:custGeom>
            <a:avLst/>
            <a:gdLst>
              <a:gd name="connsiteX0" fmla="*/ 2601428 w 4326440"/>
              <a:gd name="connsiteY0" fmla="*/ 0 h 6857999"/>
              <a:gd name="connsiteX1" fmla="*/ 4173514 w 4326440"/>
              <a:gd name="connsiteY1" fmla="*/ 0 h 6857999"/>
              <a:gd name="connsiteX2" fmla="*/ 1570981 w 4326440"/>
              <a:gd name="connsiteY2" fmla="*/ 3331090 h 6857999"/>
              <a:gd name="connsiteX3" fmla="*/ 4326440 w 4326440"/>
              <a:gd name="connsiteY3" fmla="*/ 6857999 h 6857999"/>
              <a:gd name="connsiteX4" fmla="*/ 2754297 w 4326440"/>
              <a:gd name="connsiteY4" fmla="*/ 6857999 h 6857999"/>
              <a:gd name="connsiteX5" fmla="*/ 1 w 4326440"/>
              <a:gd name="connsiteY5" fmla="*/ 3332577 h 6857999"/>
              <a:gd name="connsiteX6" fmla="*/ 1858 w 4326440"/>
              <a:gd name="connsiteY6" fmla="*/ 3331127 h 6857999"/>
              <a:gd name="connsiteX7" fmla="*/ 0 w 4326440"/>
              <a:gd name="connsiteY7" fmla="*/ 3329676 h 6857999"/>
              <a:gd name="connsiteX8" fmla="*/ 2601428 w 4326440"/>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6440" h="6857999">
                <a:moveTo>
                  <a:pt x="2601428" y="0"/>
                </a:moveTo>
                <a:lnTo>
                  <a:pt x="4173514" y="0"/>
                </a:lnTo>
                <a:lnTo>
                  <a:pt x="1570981" y="3331090"/>
                </a:lnTo>
                <a:lnTo>
                  <a:pt x="4326440" y="6857999"/>
                </a:lnTo>
                <a:lnTo>
                  <a:pt x="2754297" y="6857999"/>
                </a:lnTo>
                <a:lnTo>
                  <a:pt x="1" y="3332577"/>
                </a:lnTo>
                <a:lnTo>
                  <a:pt x="1858" y="3331127"/>
                </a:lnTo>
                <a:lnTo>
                  <a:pt x="0" y="3329676"/>
                </a:lnTo>
                <a:lnTo>
                  <a:pt x="2601428"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5" name="任意多边形: 形状 34"/>
          <p:cNvSpPr/>
          <p:nvPr>
            <p:custDataLst>
              <p:tags r:id="rId3"/>
            </p:custDataLst>
          </p:nvPr>
        </p:nvSpPr>
        <p:spPr>
          <a:xfrm>
            <a:off x="532072" y="0"/>
            <a:ext cx="4317512" cy="6857999"/>
          </a:xfrm>
          <a:custGeom>
            <a:avLst/>
            <a:gdLst>
              <a:gd name="connsiteX0" fmla="*/ 2610358 w 4317512"/>
              <a:gd name="connsiteY0" fmla="*/ 0 h 6857999"/>
              <a:gd name="connsiteX1" fmla="*/ 4182444 w 4317512"/>
              <a:gd name="connsiteY1" fmla="*/ 1 h 6857999"/>
              <a:gd name="connsiteX2" fmla="*/ 1570981 w 4317512"/>
              <a:gd name="connsiteY2" fmla="*/ 3342521 h 6857999"/>
              <a:gd name="connsiteX3" fmla="*/ 4317512 w 4317512"/>
              <a:gd name="connsiteY3" fmla="*/ 6857999 h 6857999"/>
              <a:gd name="connsiteX4" fmla="*/ 2745367 w 4317512"/>
              <a:gd name="connsiteY4" fmla="*/ 6857999 h 6857999"/>
              <a:gd name="connsiteX5" fmla="*/ 1 w 4317512"/>
              <a:gd name="connsiteY5" fmla="*/ 3344008 h 6857999"/>
              <a:gd name="connsiteX6" fmla="*/ 1858 w 4317512"/>
              <a:gd name="connsiteY6" fmla="*/ 3342558 h 6857999"/>
              <a:gd name="connsiteX7" fmla="*/ 0 w 4317512"/>
              <a:gd name="connsiteY7" fmla="*/ 3341106 h 6857999"/>
              <a:gd name="connsiteX8" fmla="*/ 2610358 w 4317512"/>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7512" h="6857999">
                <a:moveTo>
                  <a:pt x="2610358" y="0"/>
                </a:moveTo>
                <a:lnTo>
                  <a:pt x="4182444" y="1"/>
                </a:lnTo>
                <a:lnTo>
                  <a:pt x="1570981" y="3342521"/>
                </a:lnTo>
                <a:lnTo>
                  <a:pt x="4317512" y="6857999"/>
                </a:lnTo>
                <a:lnTo>
                  <a:pt x="2745367" y="6857999"/>
                </a:lnTo>
                <a:lnTo>
                  <a:pt x="1" y="3344008"/>
                </a:lnTo>
                <a:lnTo>
                  <a:pt x="1858" y="3342558"/>
                </a:lnTo>
                <a:lnTo>
                  <a:pt x="0" y="3341106"/>
                </a:lnTo>
                <a:lnTo>
                  <a:pt x="2610358"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8" name="任意多边形: 形状 37"/>
          <p:cNvSpPr/>
          <p:nvPr>
            <p:custDataLst>
              <p:tags r:id="rId4"/>
            </p:custDataLst>
          </p:nvPr>
        </p:nvSpPr>
        <p:spPr>
          <a:xfrm>
            <a:off x="1247082" y="0"/>
            <a:ext cx="4326440" cy="6857999"/>
          </a:xfrm>
          <a:custGeom>
            <a:avLst/>
            <a:gdLst>
              <a:gd name="connsiteX0" fmla="*/ 2601429 w 4326440"/>
              <a:gd name="connsiteY0" fmla="*/ 0 h 6857999"/>
              <a:gd name="connsiteX1" fmla="*/ 4173514 w 4326440"/>
              <a:gd name="connsiteY1" fmla="*/ 0 h 6857999"/>
              <a:gd name="connsiteX2" fmla="*/ 1570981 w 4326440"/>
              <a:gd name="connsiteY2" fmla="*/ 3331090 h 6857999"/>
              <a:gd name="connsiteX3" fmla="*/ 4326440 w 4326440"/>
              <a:gd name="connsiteY3" fmla="*/ 6857999 h 6857999"/>
              <a:gd name="connsiteX4" fmla="*/ 2754297 w 4326440"/>
              <a:gd name="connsiteY4" fmla="*/ 6857999 h 6857999"/>
              <a:gd name="connsiteX5" fmla="*/ 1 w 4326440"/>
              <a:gd name="connsiteY5" fmla="*/ 3332577 h 6857999"/>
              <a:gd name="connsiteX6" fmla="*/ 1857 w 4326440"/>
              <a:gd name="connsiteY6" fmla="*/ 3331127 h 6857999"/>
              <a:gd name="connsiteX7" fmla="*/ 0 w 4326440"/>
              <a:gd name="connsiteY7" fmla="*/ 3329676 h 6857999"/>
              <a:gd name="connsiteX8" fmla="*/ 2601429 w 4326440"/>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6440" h="6857999">
                <a:moveTo>
                  <a:pt x="2601429" y="0"/>
                </a:moveTo>
                <a:lnTo>
                  <a:pt x="4173514" y="0"/>
                </a:lnTo>
                <a:lnTo>
                  <a:pt x="1570981" y="3331090"/>
                </a:lnTo>
                <a:lnTo>
                  <a:pt x="4326440" y="6857999"/>
                </a:lnTo>
                <a:lnTo>
                  <a:pt x="2754297" y="6857999"/>
                </a:lnTo>
                <a:lnTo>
                  <a:pt x="1" y="3332577"/>
                </a:lnTo>
                <a:lnTo>
                  <a:pt x="1857" y="3331127"/>
                </a:lnTo>
                <a:lnTo>
                  <a:pt x="0" y="3329676"/>
                </a:lnTo>
                <a:lnTo>
                  <a:pt x="2601429"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矩形 6"/>
          <p:cNvSpPr>
            <a:spLocks noChangeAspect="1"/>
          </p:cNvSpPr>
          <p:nvPr>
            <p:custDataLst>
              <p:tags r:id="rId5"/>
            </p:custDataLst>
          </p:nvPr>
        </p:nvSpPr>
        <p:spPr>
          <a:xfrm flipH="1">
            <a:off x="11382893" y="5866374"/>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a:spLocks noChangeAspect="1"/>
          </p:cNvSpPr>
          <p:nvPr>
            <p:custDataLst>
              <p:tags r:id="rId6"/>
            </p:custDataLst>
          </p:nvPr>
        </p:nvSpPr>
        <p:spPr>
          <a:xfrm flipH="1">
            <a:off x="11382893" y="6104504"/>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a:spLocks noChangeAspect="1"/>
          </p:cNvSpPr>
          <p:nvPr>
            <p:custDataLst>
              <p:tags r:id="rId7"/>
            </p:custDataLst>
          </p:nvPr>
        </p:nvSpPr>
        <p:spPr>
          <a:xfrm flipH="1">
            <a:off x="11135238" y="5866374"/>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a:spLocks noChangeAspect="1"/>
          </p:cNvSpPr>
          <p:nvPr>
            <p:custDataLst>
              <p:tags r:id="rId8"/>
            </p:custDataLst>
          </p:nvPr>
        </p:nvSpPr>
        <p:spPr>
          <a:xfrm flipH="1">
            <a:off x="11135238" y="6104504"/>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a:spLocks noChangeAspect="1"/>
          </p:cNvSpPr>
          <p:nvPr>
            <p:custDataLst>
              <p:tags r:id="rId9"/>
            </p:custDataLst>
          </p:nvPr>
        </p:nvSpPr>
        <p:spPr>
          <a:xfrm flipH="1">
            <a:off x="10888956" y="6104504"/>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a:spLocks noChangeAspect="1"/>
          </p:cNvSpPr>
          <p:nvPr>
            <p:custDataLst>
              <p:tags r:id="rId10"/>
            </p:custDataLst>
          </p:nvPr>
        </p:nvSpPr>
        <p:spPr>
          <a:xfrm flipH="1">
            <a:off x="10641837" y="6104504"/>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11"/>
            </p:custDataLst>
          </p:nvPr>
        </p:nvSpPr>
        <p:spPr>
          <a:xfrm>
            <a:off x="4593600" y="2671200"/>
            <a:ext cx="5997600" cy="1548000"/>
          </a:xfrm>
        </p:spPr>
        <p:txBody>
          <a:bodyPr wrap="square" anchor="t">
            <a:normAutofit/>
          </a:bodyPr>
          <a:lstStyle>
            <a:lvl1pPr algn="r">
              <a:lnSpc>
                <a:spcPct val="100000"/>
              </a:lnSpc>
              <a:defRPr sz="6600"/>
            </a:lvl1pPr>
          </a:lstStyle>
          <a:p>
            <a:r>
              <a:rPr lang="zh-CN" altLang="en-US" dirty="0"/>
              <a:t>编辑母版标题</a:t>
            </a:r>
            <a:endParaRPr lang="zh-CN" altLang="en-US" dirty="0"/>
          </a:p>
        </p:txBody>
      </p:sp>
      <p:sp>
        <p:nvSpPr>
          <p:cNvPr id="3" name="副标题 2"/>
          <p:cNvSpPr>
            <a:spLocks noGrp="1"/>
          </p:cNvSpPr>
          <p:nvPr>
            <p:ph type="subTitle" idx="1" hasCustomPrompt="1"/>
            <p:custDataLst>
              <p:tags r:id="rId12"/>
            </p:custDataLst>
          </p:nvPr>
        </p:nvSpPr>
        <p:spPr>
          <a:xfrm>
            <a:off x="4594225" y="1918970"/>
            <a:ext cx="5996940" cy="521970"/>
          </a:xfrm>
        </p:spPr>
        <p:txBody>
          <a:bodyPr wrap="square" anchor="b">
            <a:normAutofit/>
          </a:bodyPr>
          <a:lstStyle>
            <a:lvl1pPr marL="0" indent="0" algn="r">
              <a:lnSpc>
                <a:spcPct val="100000"/>
              </a:lnSpc>
              <a:buNone/>
              <a:defRPr sz="28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1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lstStyle/>
          <a:p>
            <a:endParaRPr lang="zh-CN" altLang="en-US"/>
          </a:p>
        </p:txBody>
      </p:sp>
      <p:sp>
        <p:nvSpPr>
          <p:cNvPr id="6" name="灯片编号占位符 5"/>
          <p:cNvSpPr>
            <a:spLocks noGrp="1"/>
          </p:cNvSpPr>
          <p:nvPr>
            <p:ph type="sldNum" sz="quarter" idx="12"/>
            <p:custDataLst>
              <p:tags r:id="rId15"/>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6"/>
            </p:custDataLst>
          </p:nvPr>
        </p:nvSpPr>
        <p:spPr>
          <a:xfrm flipH="1">
            <a:off x="7650000" y="4446000"/>
            <a:ext cx="2851200" cy="576000"/>
          </a:xfrm>
          <a:prstGeom prst="chevron">
            <a:avLst>
              <a:gd name="adj" fmla="val 36771"/>
            </a:avLst>
          </a:prstGeom>
          <a:gradFill>
            <a:gsLst>
              <a:gs pos="0">
                <a:schemeClr val="accent1">
                  <a:lumMod val="65000"/>
                  <a:lumOff val="35000"/>
                </a:schemeClr>
              </a:gs>
              <a:gs pos="100000">
                <a:schemeClr val="accent1"/>
              </a:gs>
            </a:gsLst>
            <a:lin ang="4800000" scaled="0"/>
          </a:gra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tags" Target="../tags/tag104.xml"/><Relationship Id="rId24" Type="http://schemas.openxmlformats.org/officeDocument/2006/relationships/tags" Target="../tags/tag103.xml"/><Relationship Id="rId23" Type="http://schemas.openxmlformats.org/officeDocument/2006/relationships/tags" Target="../tags/tag102.xml"/><Relationship Id="rId22" Type="http://schemas.openxmlformats.org/officeDocument/2006/relationships/tags" Target="../tags/tag101.xml"/><Relationship Id="rId21" Type="http://schemas.openxmlformats.org/officeDocument/2006/relationships/tags" Target="../tags/tag100.xml"/><Relationship Id="rId20" Type="http://schemas.openxmlformats.org/officeDocument/2006/relationships/tags" Target="../tags/tag99.xml"/><Relationship Id="rId2" Type="http://schemas.openxmlformats.org/officeDocument/2006/relationships/slideLayout" Target="../slideLayouts/slideLayout2.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任意多边形: 形状 27"/>
          <p:cNvSpPr/>
          <p:nvPr>
            <p:custDataLst>
              <p:tags r:id="rId12"/>
            </p:custDataLst>
          </p:nvPr>
        </p:nvSpPr>
        <p:spPr>
          <a:xfrm>
            <a:off x="6917887" y="2"/>
            <a:ext cx="2686050" cy="6858000"/>
          </a:xfrm>
          <a:custGeom>
            <a:avLst/>
            <a:gdLst>
              <a:gd name="connsiteX0" fmla="*/ 23 w 4230"/>
              <a:gd name="connsiteY0" fmla="*/ 10800 h 10800"/>
              <a:gd name="connsiteX1" fmla="*/ 4230 w 4230"/>
              <a:gd name="connsiteY1" fmla="*/ 5414 h 10800"/>
              <a:gd name="connsiteX2" fmla="*/ 0 w 4230"/>
              <a:gd name="connsiteY2" fmla="*/ 0 h 10800"/>
            </a:gdLst>
            <a:ahLst/>
            <a:cxnLst>
              <a:cxn ang="0">
                <a:pos x="connsiteX0" y="connsiteY0"/>
              </a:cxn>
              <a:cxn ang="0">
                <a:pos x="connsiteX1" y="connsiteY1"/>
              </a:cxn>
              <a:cxn ang="0">
                <a:pos x="connsiteX2" y="connsiteY2"/>
              </a:cxn>
            </a:cxnLst>
            <a:rect l="l" t="t" r="r" b="b"/>
            <a:pathLst>
              <a:path w="4230" h="10800">
                <a:moveTo>
                  <a:pt x="23" y="10800"/>
                </a:moveTo>
                <a:lnTo>
                  <a:pt x="4230" y="5414"/>
                </a:lnTo>
                <a:lnTo>
                  <a:pt x="0" y="0"/>
                </a:lnTo>
              </a:path>
            </a:pathLst>
          </a:custGeom>
          <a:noFill/>
          <a:ln>
            <a:gradFill>
              <a:gsLst>
                <a:gs pos="0">
                  <a:schemeClr val="accent1">
                    <a:alpha val="3000"/>
                  </a:schemeClr>
                </a:gs>
                <a:gs pos="100000">
                  <a:schemeClr val="accent1">
                    <a:alpha val="8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p>
        </p:txBody>
      </p:sp>
      <p:sp>
        <p:nvSpPr>
          <p:cNvPr id="31" name="任意多边形: 形状 30"/>
          <p:cNvSpPr/>
          <p:nvPr>
            <p:custDataLst>
              <p:tags r:id="rId13"/>
            </p:custDataLst>
          </p:nvPr>
        </p:nvSpPr>
        <p:spPr>
          <a:xfrm>
            <a:off x="7916756" y="0"/>
            <a:ext cx="4124960" cy="6858000"/>
          </a:xfrm>
          <a:custGeom>
            <a:avLst/>
            <a:gdLst>
              <a:gd name="connsiteX0" fmla="*/ 2249 w 6496"/>
              <a:gd name="connsiteY0" fmla="*/ 0 h 10800"/>
              <a:gd name="connsiteX1" fmla="*/ 6496 w 6496"/>
              <a:gd name="connsiteY1" fmla="*/ 5436 h 10800"/>
              <a:gd name="connsiteX2" fmla="*/ 6492 w 6496"/>
              <a:gd name="connsiteY2" fmla="*/ 5438 h 10800"/>
              <a:gd name="connsiteX3" fmla="*/ 6496 w 6496"/>
              <a:gd name="connsiteY3" fmla="*/ 5441 h 10800"/>
              <a:gd name="connsiteX4" fmla="*/ 2309 w 6496"/>
              <a:gd name="connsiteY4" fmla="*/ 10800 h 10800"/>
              <a:gd name="connsiteX5" fmla="*/ 26 w 6496"/>
              <a:gd name="connsiteY5" fmla="*/ 10800 h 10800"/>
              <a:gd name="connsiteX6" fmla="*/ 4230 w 6496"/>
              <a:gd name="connsiteY6" fmla="*/ 5420 h 10800"/>
              <a:gd name="connsiteX7" fmla="*/ 4226 w 6496"/>
              <a:gd name="connsiteY7" fmla="*/ 5417 h 10800"/>
              <a:gd name="connsiteX8" fmla="*/ 4230 w 6496"/>
              <a:gd name="connsiteY8" fmla="*/ 5414 h 10800"/>
              <a:gd name="connsiteX9" fmla="*/ 0 w 6496"/>
              <a:gd name="connsiteY9" fmla="*/ 0 h 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6" h="10800">
                <a:moveTo>
                  <a:pt x="2249" y="0"/>
                </a:moveTo>
                <a:lnTo>
                  <a:pt x="6496" y="5436"/>
                </a:lnTo>
                <a:lnTo>
                  <a:pt x="6492" y="5438"/>
                </a:lnTo>
                <a:lnTo>
                  <a:pt x="6496" y="5441"/>
                </a:lnTo>
                <a:lnTo>
                  <a:pt x="2309" y="10800"/>
                </a:lnTo>
                <a:lnTo>
                  <a:pt x="26" y="10800"/>
                </a:lnTo>
                <a:lnTo>
                  <a:pt x="4230" y="5420"/>
                </a:lnTo>
                <a:lnTo>
                  <a:pt x="4226" y="5417"/>
                </a:lnTo>
                <a:lnTo>
                  <a:pt x="4230" y="5414"/>
                </a:lnTo>
                <a:lnTo>
                  <a:pt x="0" y="0"/>
                </a:lnTo>
              </a:path>
            </a:pathLst>
          </a:custGeom>
          <a:gradFill>
            <a:gsLst>
              <a:gs pos="0">
                <a:schemeClr val="accent1">
                  <a:alpha val="3000"/>
                </a:schemeClr>
              </a:gs>
              <a:gs pos="80000">
                <a:schemeClr val="accent1">
                  <a:alpha val="3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矩形 11"/>
          <p:cNvSpPr>
            <a:spLocks noChangeAspect="1"/>
          </p:cNvSpPr>
          <p:nvPr>
            <p:custDataLst>
              <p:tags r:id="rId14"/>
            </p:custDataLst>
          </p:nvPr>
        </p:nvSpPr>
        <p:spPr>
          <a:xfrm>
            <a:off x="295210" y="6205991"/>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a:spLocks noChangeAspect="1"/>
          </p:cNvSpPr>
          <p:nvPr>
            <p:custDataLst>
              <p:tags r:id="rId15"/>
            </p:custDataLst>
          </p:nvPr>
        </p:nvSpPr>
        <p:spPr>
          <a:xfrm>
            <a:off x="295210" y="6444121"/>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a:spLocks noChangeAspect="1"/>
          </p:cNvSpPr>
          <p:nvPr>
            <p:custDataLst>
              <p:tags r:id="rId16"/>
            </p:custDataLst>
          </p:nvPr>
        </p:nvSpPr>
        <p:spPr>
          <a:xfrm>
            <a:off x="542865" y="6205991"/>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a:spLocks noChangeAspect="1"/>
          </p:cNvSpPr>
          <p:nvPr>
            <p:custDataLst>
              <p:tags r:id="rId17"/>
            </p:custDataLst>
          </p:nvPr>
        </p:nvSpPr>
        <p:spPr>
          <a:xfrm>
            <a:off x="542865" y="6444121"/>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a:spLocks noChangeAspect="1"/>
          </p:cNvSpPr>
          <p:nvPr>
            <p:custDataLst>
              <p:tags r:id="rId18"/>
            </p:custDataLst>
          </p:nvPr>
        </p:nvSpPr>
        <p:spPr>
          <a:xfrm>
            <a:off x="789147" y="6444121"/>
            <a:ext cx="180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a:spLocks noChangeAspect="1"/>
          </p:cNvSpPr>
          <p:nvPr>
            <p:custDataLst>
              <p:tags r:id="rId19"/>
            </p:custDataLst>
          </p:nvPr>
        </p:nvSpPr>
        <p:spPr>
          <a:xfrm>
            <a:off x="1036266" y="6444121"/>
            <a:ext cx="180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20"/>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22"/>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2.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2" Type="http://schemas.openxmlformats.org/officeDocument/2006/relationships/slideLayout" Target="../slideLayouts/slideLayout3.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tags" Target="../tags/tag109.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4.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7.xml"/><Relationship Id="rId5" Type="http://schemas.openxmlformats.org/officeDocument/2006/relationships/tags" Target="../tags/tag129.xml"/><Relationship Id="rId4" Type="http://schemas.openxmlformats.org/officeDocument/2006/relationships/image" Target="../media/image1.png"/><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6.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image" Target="../media/image3.svg"/><Relationship Id="rId6" Type="http://schemas.openxmlformats.org/officeDocument/2006/relationships/image" Target="../media/image2.png"/><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2" Type="http://schemas.openxmlformats.org/officeDocument/2006/relationships/notesSlide" Target="../notesSlides/notesSlide4.xml"/><Relationship Id="rId21" Type="http://schemas.openxmlformats.org/officeDocument/2006/relationships/slideLayout" Target="../slideLayouts/slideLayout7.xml"/><Relationship Id="rId20" Type="http://schemas.openxmlformats.org/officeDocument/2006/relationships/tags" Target="../tags/tag143.xml"/><Relationship Id="rId2" Type="http://schemas.openxmlformats.org/officeDocument/2006/relationships/tags" Target="../tags/tag131.xml"/><Relationship Id="rId19" Type="http://schemas.openxmlformats.org/officeDocument/2006/relationships/image" Target="../media/image7.jpeg"/><Relationship Id="rId18" Type="http://schemas.openxmlformats.org/officeDocument/2006/relationships/image" Target="../media/image6.jpeg"/><Relationship Id="rId17" Type="http://schemas.openxmlformats.org/officeDocument/2006/relationships/tags" Target="../tags/tag142.xml"/><Relationship Id="rId16" Type="http://schemas.openxmlformats.org/officeDocument/2006/relationships/tags" Target="../tags/tag141.xml"/><Relationship Id="rId15" Type="http://schemas.openxmlformats.org/officeDocument/2006/relationships/tags" Target="../tags/tag140.xml"/><Relationship Id="rId14" Type="http://schemas.openxmlformats.org/officeDocument/2006/relationships/tags" Target="../tags/tag139.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138.xml"/><Relationship Id="rId10" Type="http://schemas.openxmlformats.org/officeDocument/2006/relationships/tags" Target="../tags/tag137.xml"/><Relationship Id="rId1" Type="http://schemas.openxmlformats.org/officeDocument/2006/relationships/tags" Target="../tags/tag130.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7.xml"/><Relationship Id="rId5" Type="http://schemas.openxmlformats.org/officeDocument/2006/relationships/tags" Target="../tags/tag147.xml"/><Relationship Id="rId4" Type="http://schemas.openxmlformats.org/officeDocument/2006/relationships/image" Target="../media/image1.png"/><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4.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15.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image" Target="../media/image9.png"/><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image" Target="../media/image8.png"/><Relationship Id="rId2" Type="http://schemas.openxmlformats.org/officeDocument/2006/relationships/tags" Target="../tags/tag170.xml"/><Relationship Id="rId14" Type="http://schemas.openxmlformats.org/officeDocument/2006/relationships/slideLayout" Target="../slideLayouts/slideLayout6.xml"/><Relationship Id="rId13" Type="http://schemas.openxmlformats.org/officeDocument/2006/relationships/tags" Target="../tags/tag177.xml"/><Relationship Id="rId12" Type="http://schemas.openxmlformats.org/officeDocument/2006/relationships/image" Target="../media/image11.png"/><Relationship Id="rId11" Type="http://schemas.openxmlformats.org/officeDocument/2006/relationships/tags" Target="../tags/tag176.xml"/><Relationship Id="rId10" Type="http://schemas.openxmlformats.org/officeDocument/2006/relationships/image" Target="../media/image10.png"/><Relationship Id="rId1" Type="http://schemas.openxmlformats.org/officeDocument/2006/relationships/tags" Target="../tags/tag169.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80.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179.xml"/><Relationship Id="rId1" Type="http://schemas.openxmlformats.org/officeDocument/2006/relationships/tags" Target="../tags/tag178.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83.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182.xml"/><Relationship Id="rId1" Type="http://schemas.openxmlformats.org/officeDocument/2006/relationships/tags" Target="../tags/tag181.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89.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188.xml"/><Relationship Id="rId1" Type="http://schemas.openxmlformats.org/officeDocument/2006/relationships/tags" Target="../tags/tag187.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9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191.xml"/><Relationship Id="rId1" Type="http://schemas.openxmlformats.org/officeDocument/2006/relationships/tags" Target="../tags/tag190.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95.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tags" Target="../tags/tag194.xml"/><Relationship Id="rId1" Type="http://schemas.openxmlformats.org/officeDocument/2006/relationships/tags" Target="../tags/tag193.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98.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tags" Target="../tags/tag197.xml"/><Relationship Id="rId1" Type="http://schemas.openxmlformats.org/officeDocument/2006/relationships/tags" Target="../tags/tag196.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01.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tags" Target="../tags/tag200.xml"/><Relationship Id="rId1" Type="http://schemas.openxmlformats.org/officeDocument/2006/relationships/tags" Target="../tags/tag199.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07.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tags" Target="../tags/tag206.xml"/><Relationship Id="rId1" Type="http://schemas.openxmlformats.org/officeDocument/2006/relationships/tags" Target="../tags/tag205.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13.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tags" Target="../tags/tag212.xml"/><Relationship Id="rId1" Type="http://schemas.openxmlformats.org/officeDocument/2006/relationships/tags" Target="../tags/tag211.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4.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1.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tags" Target="../tags/tag227.xml"/><Relationship Id="rId1" Type="http://schemas.openxmlformats.org/officeDocument/2006/relationships/tags" Target="../tags/tag2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normAutofit fontScale="90000"/>
          </a:bodyPr>
          <a:lstStyle/>
          <a:p>
            <a:pPr marL="0" indent="0" algn="l">
              <a:lnSpc>
                <a:spcPct val="100000"/>
              </a:lnSpc>
              <a:spcBef>
                <a:spcPts val="0"/>
              </a:spcBef>
              <a:spcAft>
                <a:spcPts val="0"/>
              </a:spcAft>
              <a:buSzPct val="100000"/>
            </a:pPr>
            <a:r>
              <a:rPr lang="en-US" altLang="zh-CN"/>
              <a:t>Style analysis of Car Design by pipeline</a:t>
            </a:r>
            <a:br>
              <a:rPr lang="en-US" altLang="zh-CN"/>
            </a:br>
            <a:endParaRPr lang="en-US" altLang="zh-CN"/>
          </a:p>
        </p:txBody>
      </p:sp>
      <p:sp>
        <p:nvSpPr>
          <p:cNvPr id="5" name="副标题"/>
          <p:cNvSpPr>
            <a:spLocks noGrp="1"/>
          </p:cNvSpPr>
          <p:nvPr>
            <p:ph type="subTitle" idx="1"/>
            <p:custDataLst>
              <p:tags r:id="rId2"/>
            </p:custDataLst>
          </p:nvPr>
        </p:nvSpPr>
        <p:spPr/>
        <p:txBody>
          <a:bodyPr>
            <a:normAutofit fontScale="60000"/>
          </a:bodyPr>
          <a:lstStyle/>
          <a:p>
            <a:pPr marL="0" indent="0" algn="l">
              <a:lnSpc>
                <a:spcPct val="100000"/>
              </a:lnSpc>
              <a:spcBef>
                <a:spcPts val="1000"/>
              </a:spcBef>
              <a:spcAft>
                <a:spcPts val="0"/>
              </a:spcAft>
              <a:buSzPct val="100000"/>
            </a:pPr>
            <a:r>
              <a:rPr lang="en-US" altLang="zh-CN" sz="3200"/>
              <a:t>Degree program: Laurea magistrale informatica Universita di Bologna</a:t>
            </a:r>
            <a:endParaRPr lang="en-US" altLang="zh-CN" sz="3200"/>
          </a:p>
          <a:p>
            <a:pPr marL="0" indent="0" algn="l">
              <a:lnSpc>
                <a:spcPct val="100000"/>
              </a:lnSpc>
              <a:spcBef>
                <a:spcPts val="1000"/>
              </a:spcBef>
              <a:spcAft>
                <a:spcPts val="0"/>
              </a:spcAft>
              <a:buSzPct val="100000"/>
            </a:pPr>
            <a:endParaRPr lang="en-US" altLang="zh-CN" sz="3200"/>
          </a:p>
        </p:txBody>
      </p:sp>
      <p:sp>
        <p:nvSpPr>
          <p:cNvPr id="10" name="署名"/>
          <p:cNvSpPr>
            <a:spLocks noGrp="1"/>
          </p:cNvSpPr>
          <p:nvPr>
            <p:ph type="body" sz="quarter" idx="17"/>
            <p:custDataLst>
              <p:tags r:id="rId3"/>
            </p:custDataLst>
          </p:nvPr>
        </p:nvSpPr>
        <p:spPr/>
        <p:txBody>
          <a:bodyPr>
            <a:normAutofit fontScale="90000" lnSpcReduction="20000"/>
          </a:bodyPr>
          <a:lstStyle/>
          <a:p>
            <a:pPr marL="0" indent="0" algn="ctr">
              <a:lnSpc>
                <a:spcPct val="100000"/>
              </a:lnSpc>
              <a:spcBef>
                <a:spcPts val="1000"/>
              </a:spcBef>
              <a:spcAft>
                <a:spcPts val="0"/>
              </a:spcAft>
              <a:buSzPct val="100000"/>
            </a:pPr>
            <a:r>
              <a:rPr lang="en-US" altLang="zh-CN" sz="1800">
                <a:sym typeface="+mn-ea"/>
              </a:rPr>
              <a:t>Student name: </a:t>
            </a:r>
            <a:endParaRPr lang="en-US" altLang="zh-CN" sz="1800">
              <a:sym typeface="+mn-ea"/>
            </a:endParaRPr>
          </a:p>
          <a:p>
            <a:pPr marL="0" indent="0" algn="ctr">
              <a:lnSpc>
                <a:spcPct val="100000"/>
              </a:lnSpc>
              <a:spcBef>
                <a:spcPts val="1000"/>
              </a:spcBef>
              <a:spcAft>
                <a:spcPts val="0"/>
              </a:spcAft>
              <a:buSzPct val="100000"/>
            </a:pPr>
            <a:r>
              <a:rPr lang="en-US" altLang="zh-CN" sz="1800">
                <a:sym typeface="+mn-ea"/>
              </a:rPr>
              <a:t>Peng Lu</a:t>
            </a:r>
            <a:endParaRPr lang="en-US" altLang="zh-CN" sz="1800">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normAutofit/>
          </a:bodyPr>
          <a:lstStyle/>
          <a:p>
            <a:pPr marL="0" indent="0" algn="l">
              <a:lnSpc>
                <a:spcPct val="100000"/>
              </a:lnSpc>
              <a:spcBef>
                <a:spcPts val="0"/>
              </a:spcBef>
              <a:spcAft>
                <a:spcPts val="0"/>
              </a:spcAft>
              <a:buSzPct val="100000"/>
            </a:pPr>
            <a:r>
              <a:rPr lang="en-US" altLang="zh-CN"/>
              <a:t>Menu</a:t>
            </a:r>
            <a:endParaRPr lang="en-US" altLang="zh-CN"/>
          </a:p>
        </p:txBody>
      </p:sp>
      <p:sp>
        <p:nvSpPr>
          <p:cNvPr id="6" name="序号"/>
          <p:cNvSpPr txBox="1"/>
          <p:nvPr>
            <p:custDataLst>
              <p:tags r:id="rId2"/>
            </p:custDataLst>
          </p:nvPr>
        </p:nvSpPr>
        <p:spPr>
          <a:xfrm>
            <a:off x="1278255" y="2854960"/>
            <a:ext cx="1080135" cy="828040"/>
          </a:xfrm>
          <a:prstGeom prst="chevron">
            <a:avLst>
              <a:gd name="adj" fmla="val 28143"/>
            </a:avLst>
          </a:prstGeom>
          <a:gradFill>
            <a:gsLst>
              <a:gs pos="0">
                <a:schemeClr val="accent1">
                  <a:lumMod val="65000"/>
                  <a:lumOff val="35000"/>
                </a:schemeClr>
              </a:gs>
              <a:gs pos="80000">
                <a:schemeClr val="accent1"/>
              </a:gs>
            </a:gsLst>
            <a:lin ang="4200000" scaled="0"/>
          </a:gradFill>
        </p:spPr>
        <p:txBody>
          <a:bodyPr wrap="none" lIns="72000" tIns="0" rIns="0" bIns="0" rtlCol="0" anchor="ctr" anchorCtr="0">
            <a:normAutofit/>
          </a:bodyPr>
          <a:lstStyle/>
          <a:p>
            <a:pPr algn="ctr">
              <a:lnSpc>
                <a:spcPct val="100000"/>
              </a:lnSpc>
            </a:pPr>
            <a:r>
              <a:rPr lang="en-US" sz="2800" b="1" dirty="0">
                <a:solidFill>
                  <a:srgbClr val="FFFFFF"/>
                </a:solidFill>
                <a:latin typeface="+mn-ea"/>
              </a:rPr>
              <a:t>01</a:t>
            </a:r>
            <a:endParaRPr lang="en-US" sz="2800" b="1" dirty="0">
              <a:solidFill>
                <a:srgbClr val="FFFFFF"/>
              </a:solidFill>
              <a:latin typeface="+mn-ea"/>
            </a:endParaRPr>
          </a:p>
        </p:txBody>
      </p:sp>
      <p:sp>
        <p:nvSpPr>
          <p:cNvPr id="7" name="项标题"/>
          <p:cNvSpPr txBox="1"/>
          <p:nvPr>
            <p:custDataLst>
              <p:tags r:id="rId3"/>
            </p:custDataLst>
          </p:nvPr>
        </p:nvSpPr>
        <p:spPr>
          <a:xfrm>
            <a:off x="2747645" y="2477135"/>
            <a:ext cx="3100705" cy="1583690"/>
          </a:xfrm>
          <a:prstGeom prst="rect">
            <a:avLst/>
          </a:prstGeom>
          <a:noFill/>
        </p:spPr>
        <p:txBody>
          <a:bodyPr wrap="square" lIns="0" tIns="0" rIns="0" bIns="0" rtlCol="0" anchor="ctr">
            <a:noAutofit/>
          </a:bodyPr>
          <a:lstStyle/>
          <a:p>
            <a:pPr marL="0" indent="0" algn="l">
              <a:lnSpc>
                <a:spcPct val="100000"/>
              </a:lnSpc>
              <a:spcBef>
                <a:spcPts val="0"/>
              </a:spcBef>
              <a:spcAft>
                <a:spcPts val="0"/>
              </a:spcAft>
              <a:buSzPct val="100000"/>
            </a:pPr>
            <a:r>
              <a:rPr lang="en-US" altLang="zh-CN" sz="2400" dirty="0">
                <a:uFillTx/>
              </a:rPr>
              <a:t>Introduction</a:t>
            </a:r>
            <a:endParaRPr lang="en-US" altLang="zh-CN" sz="2400" dirty="0">
              <a:uFillTx/>
            </a:endParaRPr>
          </a:p>
        </p:txBody>
      </p:sp>
      <p:sp>
        <p:nvSpPr>
          <p:cNvPr id="2" name="任意多边形: 形状 17"/>
          <p:cNvSpPr/>
          <p:nvPr>
            <p:custDataLst>
              <p:tags r:id="rId4"/>
            </p:custDataLst>
          </p:nvPr>
        </p:nvSpPr>
        <p:spPr>
          <a:xfrm>
            <a:off x="2920355" y="1004341"/>
            <a:ext cx="4207743" cy="596057"/>
          </a:xfrm>
          <a:custGeom>
            <a:avLst/>
            <a:gdLst>
              <a:gd name="connsiteX0" fmla="*/ 789086 w 4207743"/>
              <a:gd name="connsiteY0" fmla="*/ 106412 h 596057"/>
              <a:gd name="connsiteX1" fmla="*/ 675418 w 4207743"/>
              <a:gd name="connsiteY1" fmla="*/ 159991 h 596057"/>
              <a:gd name="connsiteX2" fmla="*/ 633932 w 4207743"/>
              <a:gd name="connsiteY2" fmla="*/ 298773 h 596057"/>
              <a:gd name="connsiteX3" fmla="*/ 674488 w 4207743"/>
              <a:gd name="connsiteY3" fmla="*/ 436253 h 596057"/>
              <a:gd name="connsiteX4" fmla="*/ 785737 w 4207743"/>
              <a:gd name="connsiteY4" fmla="*/ 489645 h 596057"/>
              <a:gd name="connsiteX5" fmla="*/ 898102 w 4207743"/>
              <a:gd name="connsiteY5" fmla="*/ 438485 h 596057"/>
              <a:gd name="connsiteX6" fmla="*/ 938286 w 4207743"/>
              <a:gd name="connsiteY6" fmla="*/ 301005 h 596057"/>
              <a:gd name="connsiteX7" fmla="*/ 899219 w 4207743"/>
              <a:gd name="connsiteY7" fmla="*/ 158688 h 596057"/>
              <a:gd name="connsiteX8" fmla="*/ 789086 w 4207743"/>
              <a:gd name="connsiteY8" fmla="*/ 106412 h 596057"/>
              <a:gd name="connsiteX9" fmla="*/ 3315891 w 4207743"/>
              <a:gd name="connsiteY9" fmla="*/ 9674 h 596057"/>
              <a:gd name="connsiteX10" fmla="*/ 3767584 w 4207743"/>
              <a:gd name="connsiteY10" fmla="*/ 9674 h 596057"/>
              <a:gd name="connsiteX11" fmla="*/ 3767584 w 4207743"/>
              <a:gd name="connsiteY11" fmla="*/ 110133 h 596057"/>
              <a:gd name="connsiteX12" fmla="*/ 3603129 w 4207743"/>
              <a:gd name="connsiteY12" fmla="*/ 110133 h 596057"/>
              <a:gd name="connsiteX13" fmla="*/ 3603129 w 4207743"/>
              <a:gd name="connsiteY13" fmla="*/ 586011 h 596057"/>
              <a:gd name="connsiteX14" fmla="*/ 3479974 w 4207743"/>
              <a:gd name="connsiteY14" fmla="*/ 586011 h 596057"/>
              <a:gd name="connsiteX15" fmla="*/ 3479974 w 4207743"/>
              <a:gd name="connsiteY15" fmla="*/ 110133 h 596057"/>
              <a:gd name="connsiteX16" fmla="*/ 3315891 w 4207743"/>
              <a:gd name="connsiteY16" fmla="*/ 110133 h 596057"/>
              <a:gd name="connsiteX17" fmla="*/ 2722141 w 4207743"/>
              <a:gd name="connsiteY17" fmla="*/ 9674 h 596057"/>
              <a:gd name="connsiteX18" fmla="*/ 2856086 w 4207743"/>
              <a:gd name="connsiteY18" fmla="*/ 9674 h 596057"/>
              <a:gd name="connsiteX19" fmla="*/ 3091235 w 4207743"/>
              <a:gd name="connsiteY19" fmla="*/ 372071 h 596057"/>
              <a:gd name="connsiteX20" fmla="*/ 3119884 w 4207743"/>
              <a:gd name="connsiteY20" fmla="*/ 417835 h 596057"/>
              <a:gd name="connsiteX21" fmla="*/ 3121744 w 4207743"/>
              <a:gd name="connsiteY21" fmla="*/ 417835 h 596057"/>
              <a:gd name="connsiteX22" fmla="*/ 3118024 w 4207743"/>
              <a:gd name="connsiteY22" fmla="*/ 338212 h 596057"/>
              <a:gd name="connsiteX23" fmla="*/ 3118024 w 4207743"/>
              <a:gd name="connsiteY23" fmla="*/ 9674 h 596057"/>
              <a:gd name="connsiteX24" fmla="*/ 3234482 w 4207743"/>
              <a:gd name="connsiteY24" fmla="*/ 9674 h 596057"/>
              <a:gd name="connsiteX25" fmla="*/ 3234482 w 4207743"/>
              <a:gd name="connsiteY25" fmla="*/ 586011 h 596057"/>
              <a:gd name="connsiteX26" fmla="*/ 3108722 w 4207743"/>
              <a:gd name="connsiteY26" fmla="*/ 586011 h 596057"/>
              <a:gd name="connsiteX27" fmla="*/ 2864644 w 4207743"/>
              <a:gd name="connsiteY27" fmla="*/ 213197 h 596057"/>
              <a:gd name="connsiteX28" fmla="*/ 2837110 w 4207743"/>
              <a:gd name="connsiteY28" fmla="*/ 166316 h 596057"/>
              <a:gd name="connsiteX29" fmla="*/ 2835250 w 4207743"/>
              <a:gd name="connsiteY29" fmla="*/ 166316 h 596057"/>
              <a:gd name="connsiteX30" fmla="*/ 2838599 w 4207743"/>
              <a:gd name="connsiteY30" fmla="*/ 258217 h 596057"/>
              <a:gd name="connsiteX31" fmla="*/ 2838599 w 4207743"/>
              <a:gd name="connsiteY31" fmla="*/ 586011 h 596057"/>
              <a:gd name="connsiteX32" fmla="*/ 2722141 w 4207743"/>
              <a:gd name="connsiteY32" fmla="*/ 586011 h 596057"/>
              <a:gd name="connsiteX33" fmla="*/ 2283991 w 4207743"/>
              <a:gd name="connsiteY33" fmla="*/ 9674 h 596057"/>
              <a:gd name="connsiteX34" fmla="*/ 2611785 w 4207743"/>
              <a:gd name="connsiteY34" fmla="*/ 9674 h 596057"/>
              <a:gd name="connsiteX35" fmla="*/ 2611785 w 4207743"/>
              <a:gd name="connsiteY35" fmla="*/ 110133 h 596057"/>
              <a:gd name="connsiteX36" fmla="*/ 2406774 w 4207743"/>
              <a:gd name="connsiteY36" fmla="*/ 110133 h 596057"/>
              <a:gd name="connsiteX37" fmla="*/ 2406774 w 4207743"/>
              <a:gd name="connsiteY37" fmla="*/ 245939 h 596057"/>
              <a:gd name="connsiteX38" fmla="*/ 2597274 w 4207743"/>
              <a:gd name="connsiteY38" fmla="*/ 245939 h 596057"/>
              <a:gd name="connsiteX39" fmla="*/ 2597274 w 4207743"/>
              <a:gd name="connsiteY39" fmla="*/ 346026 h 596057"/>
              <a:gd name="connsiteX40" fmla="*/ 2406774 w 4207743"/>
              <a:gd name="connsiteY40" fmla="*/ 346026 h 596057"/>
              <a:gd name="connsiteX41" fmla="*/ 2406774 w 4207743"/>
              <a:gd name="connsiteY41" fmla="*/ 485552 h 596057"/>
              <a:gd name="connsiteX42" fmla="*/ 2625179 w 4207743"/>
              <a:gd name="connsiteY42" fmla="*/ 485552 h 596057"/>
              <a:gd name="connsiteX43" fmla="*/ 2625179 w 4207743"/>
              <a:gd name="connsiteY43" fmla="*/ 586011 h 596057"/>
              <a:gd name="connsiteX44" fmla="*/ 2283991 w 4207743"/>
              <a:gd name="connsiteY44" fmla="*/ 586011 h 596057"/>
              <a:gd name="connsiteX45" fmla="*/ 1753791 w 4207743"/>
              <a:gd name="connsiteY45" fmla="*/ 9674 h 596057"/>
              <a:gd name="connsiteX46" fmla="*/ 2205484 w 4207743"/>
              <a:gd name="connsiteY46" fmla="*/ 9674 h 596057"/>
              <a:gd name="connsiteX47" fmla="*/ 2205484 w 4207743"/>
              <a:gd name="connsiteY47" fmla="*/ 110133 h 596057"/>
              <a:gd name="connsiteX48" fmla="*/ 2041029 w 4207743"/>
              <a:gd name="connsiteY48" fmla="*/ 110133 h 596057"/>
              <a:gd name="connsiteX49" fmla="*/ 2041029 w 4207743"/>
              <a:gd name="connsiteY49" fmla="*/ 586011 h 596057"/>
              <a:gd name="connsiteX50" fmla="*/ 1917874 w 4207743"/>
              <a:gd name="connsiteY50" fmla="*/ 586011 h 596057"/>
              <a:gd name="connsiteX51" fmla="*/ 1917874 w 4207743"/>
              <a:gd name="connsiteY51" fmla="*/ 110133 h 596057"/>
              <a:gd name="connsiteX52" fmla="*/ 1753791 w 4207743"/>
              <a:gd name="connsiteY52" fmla="*/ 110133 h 596057"/>
              <a:gd name="connsiteX53" fmla="*/ 1160041 w 4207743"/>
              <a:gd name="connsiteY53" fmla="*/ 9674 h 596057"/>
              <a:gd name="connsiteX54" fmla="*/ 1293986 w 4207743"/>
              <a:gd name="connsiteY54" fmla="*/ 9674 h 596057"/>
              <a:gd name="connsiteX55" fmla="*/ 1529135 w 4207743"/>
              <a:gd name="connsiteY55" fmla="*/ 372071 h 596057"/>
              <a:gd name="connsiteX56" fmla="*/ 1557784 w 4207743"/>
              <a:gd name="connsiteY56" fmla="*/ 417835 h 596057"/>
              <a:gd name="connsiteX57" fmla="*/ 1559644 w 4207743"/>
              <a:gd name="connsiteY57" fmla="*/ 417835 h 596057"/>
              <a:gd name="connsiteX58" fmla="*/ 1555924 w 4207743"/>
              <a:gd name="connsiteY58" fmla="*/ 338212 h 596057"/>
              <a:gd name="connsiteX59" fmla="*/ 1555924 w 4207743"/>
              <a:gd name="connsiteY59" fmla="*/ 9674 h 596057"/>
              <a:gd name="connsiteX60" fmla="*/ 1672382 w 4207743"/>
              <a:gd name="connsiteY60" fmla="*/ 9674 h 596057"/>
              <a:gd name="connsiteX61" fmla="*/ 1672382 w 4207743"/>
              <a:gd name="connsiteY61" fmla="*/ 586011 h 596057"/>
              <a:gd name="connsiteX62" fmla="*/ 1546622 w 4207743"/>
              <a:gd name="connsiteY62" fmla="*/ 586011 h 596057"/>
              <a:gd name="connsiteX63" fmla="*/ 1302544 w 4207743"/>
              <a:gd name="connsiteY63" fmla="*/ 213197 h 596057"/>
              <a:gd name="connsiteX64" fmla="*/ 1275011 w 4207743"/>
              <a:gd name="connsiteY64" fmla="*/ 166316 h 596057"/>
              <a:gd name="connsiteX65" fmla="*/ 1273150 w 4207743"/>
              <a:gd name="connsiteY65" fmla="*/ 166316 h 596057"/>
              <a:gd name="connsiteX66" fmla="*/ 1276499 w 4207743"/>
              <a:gd name="connsiteY66" fmla="*/ 258217 h 596057"/>
              <a:gd name="connsiteX67" fmla="*/ 1276499 w 4207743"/>
              <a:gd name="connsiteY67" fmla="*/ 586011 h 596057"/>
              <a:gd name="connsiteX68" fmla="*/ 1160041 w 4207743"/>
              <a:gd name="connsiteY68" fmla="*/ 586011 h 596057"/>
              <a:gd name="connsiteX69" fmla="*/ 4040684 w 4207743"/>
              <a:gd name="connsiteY69" fmla="*/ 0 h 596057"/>
              <a:gd name="connsiteX70" fmla="*/ 4182442 w 4207743"/>
              <a:gd name="connsiteY70" fmla="*/ 21952 h 596057"/>
              <a:gd name="connsiteX71" fmla="*/ 4182442 w 4207743"/>
              <a:gd name="connsiteY71" fmla="*/ 137294 h 596057"/>
              <a:gd name="connsiteX72" fmla="*/ 4046637 w 4207743"/>
              <a:gd name="connsiteY72" fmla="*/ 97855 h 596057"/>
              <a:gd name="connsiteX73" fmla="*/ 3974083 w 4207743"/>
              <a:gd name="connsiteY73" fmla="*/ 114412 h 596057"/>
              <a:gd name="connsiteX74" fmla="*/ 3946922 w 4207743"/>
              <a:gd name="connsiteY74" fmla="*/ 158874 h 596057"/>
              <a:gd name="connsiteX75" fmla="*/ 3965525 w 4207743"/>
              <a:gd name="connsiteY75" fmla="*/ 199988 h 596057"/>
              <a:gd name="connsiteX76" fmla="*/ 4057427 w 4207743"/>
              <a:gd name="connsiteY76" fmla="*/ 250776 h 596057"/>
              <a:gd name="connsiteX77" fmla="*/ 4175559 w 4207743"/>
              <a:gd name="connsiteY77" fmla="*/ 328538 h 596057"/>
              <a:gd name="connsiteX78" fmla="*/ 4207743 w 4207743"/>
              <a:gd name="connsiteY78" fmla="*/ 426021 h 596057"/>
              <a:gd name="connsiteX79" fmla="*/ 4148956 w 4207743"/>
              <a:gd name="connsiteY79" fmla="*/ 552525 h 596057"/>
              <a:gd name="connsiteX80" fmla="*/ 3981896 w 4207743"/>
              <a:gd name="connsiteY80" fmla="*/ 596057 h 596057"/>
              <a:gd name="connsiteX81" fmla="*/ 3819674 w 4207743"/>
              <a:gd name="connsiteY81" fmla="*/ 564059 h 596057"/>
              <a:gd name="connsiteX82" fmla="*/ 3819674 w 4207743"/>
              <a:gd name="connsiteY82" fmla="*/ 440904 h 596057"/>
              <a:gd name="connsiteX83" fmla="*/ 3977804 w 4207743"/>
              <a:gd name="connsiteY83" fmla="*/ 498575 h 596057"/>
              <a:gd name="connsiteX84" fmla="*/ 4053334 w 4207743"/>
              <a:gd name="connsiteY84" fmla="*/ 481273 h 596057"/>
              <a:gd name="connsiteX85" fmla="*/ 4078635 w 4207743"/>
              <a:gd name="connsiteY85" fmla="*/ 436811 h 596057"/>
              <a:gd name="connsiteX86" fmla="*/ 4058543 w 4207743"/>
              <a:gd name="connsiteY86" fmla="*/ 392535 h 596057"/>
              <a:gd name="connsiteX87" fmla="*/ 3952503 w 4207743"/>
              <a:gd name="connsiteY87" fmla="*/ 335980 h 596057"/>
              <a:gd name="connsiteX88" fmla="*/ 3817441 w 4207743"/>
              <a:gd name="connsiteY88" fmla="*/ 169292 h 596057"/>
              <a:gd name="connsiteX89" fmla="*/ 3878647 w 4207743"/>
              <a:gd name="connsiteY89" fmla="*/ 44463 h 596057"/>
              <a:gd name="connsiteX90" fmla="*/ 4040684 w 4207743"/>
              <a:gd name="connsiteY90" fmla="*/ 0 h 596057"/>
              <a:gd name="connsiteX91" fmla="*/ 792806 w 4207743"/>
              <a:gd name="connsiteY91" fmla="*/ 0 h 596057"/>
              <a:gd name="connsiteX92" fmla="*/ 991678 w 4207743"/>
              <a:gd name="connsiteY92" fmla="*/ 82228 h 596057"/>
              <a:gd name="connsiteX93" fmla="*/ 1067022 w 4207743"/>
              <a:gd name="connsiteY93" fmla="*/ 293564 h 596057"/>
              <a:gd name="connsiteX94" fmla="*/ 988701 w 4207743"/>
              <a:gd name="connsiteY94" fmla="*/ 512155 h 596057"/>
              <a:gd name="connsiteX95" fmla="*/ 783505 w 4207743"/>
              <a:gd name="connsiteY95" fmla="*/ 596057 h 596057"/>
              <a:gd name="connsiteX96" fmla="*/ 582215 w 4207743"/>
              <a:gd name="connsiteY96" fmla="*/ 514760 h 596057"/>
              <a:gd name="connsiteX97" fmla="*/ 504824 w 4207743"/>
              <a:gd name="connsiteY97" fmla="*/ 305470 h 596057"/>
              <a:gd name="connsiteX98" fmla="*/ 583889 w 4207743"/>
              <a:gd name="connsiteY98" fmla="*/ 85018 h 596057"/>
              <a:gd name="connsiteX99" fmla="*/ 792806 w 4207743"/>
              <a:gd name="connsiteY99" fmla="*/ 0 h 596057"/>
              <a:gd name="connsiteX100" fmla="*/ 305842 w 4207743"/>
              <a:gd name="connsiteY100" fmla="*/ 0 h 596057"/>
              <a:gd name="connsiteX101" fmla="*/ 447228 w 4207743"/>
              <a:gd name="connsiteY101" fmla="*/ 21952 h 596057"/>
              <a:gd name="connsiteX102" fmla="*/ 447228 w 4207743"/>
              <a:gd name="connsiteY102" fmla="*/ 140643 h 596057"/>
              <a:gd name="connsiteX103" fmla="*/ 314771 w 4207743"/>
              <a:gd name="connsiteY103" fmla="*/ 106412 h 596057"/>
              <a:gd name="connsiteX104" fmla="*/ 179710 w 4207743"/>
              <a:gd name="connsiteY104" fmla="*/ 160363 h 596057"/>
              <a:gd name="connsiteX105" fmla="*/ 129108 w 4207743"/>
              <a:gd name="connsiteY105" fmla="*/ 301377 h 596057"/>
              <a:gd name="connsiteX106" fmla="*/ 177105 w 4207743"/>
              <a:gd name="connsiteY106" fmla="*/ 437927 h 596057"/>
              <a:gd name="connsiteX107" fmla="*/ 306958 w 4207743"/>
              <a:gd name="connsiteY107" fmla="*/ 489645 h 596057"/>
              <a:gd name="connsiteX108" fmla="*/ 447228 w 4207743"/>
              <a:gd name="connsiteY108" fmla="*/ 452438 h 596057"/>
              <a:gd name="connsiteX109" fmla="*/ 447228 w 4207743"/>
              <a:gd name="connsiteY109" fmla="*/ 565175 h 596057"/>
              <a:gd name="connsiteX110" fmla="*/ 283145 w 4207743"/>
              <a:gd name="connsiteY110" fmla="*/ 596057 h 596057"/>
              <a:gd name="connsiteX111" fmla="*/ 76460 w 4207743"/>
              <a:gd name="connsiteY111" fmla="*/ 518108 h 596057"/>
              <a:gd name="connsiteX112" fmla="*/ 0 w 4207743"/>
              <a:gd name="connsiteY112" fmla="*/ 310307 h 596057"/>
              <a:gd name="connsiteX113" fmla="*/ 85390 w 4207743"/>
              <a:gd name="connsiteY113" fmla="*/ 86879 h 596057"/>
              <a:gd name="connsiteX114" fmla="*/ 305842 w 4207743"/>
              <a:gd name="connsiteY114" fmla="*/ 0 h 59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4207743" h="596057">
                <a:moveTo>
                  <a:pt x="789086" y="106412"/>
                </a:moveTo>
                <a:cubicBezTo>
                  <a:pt x="740965" y="106412"/>
                  <a:pt x="703075" y="124272"/>
                  <a:pt x="675418" y="159991"/>
                </a:cubicBezTo>
                <a:cubicBezTo>
                  <a:pt x="647761" y="195709"/>
                  <a:pt x="633932" y="241970"/>
                  <a:pt x="633932" y="298773"/>
                </a:cubicBezTo>
                <a:cubicBezTo>
                  <a:pt x="633932" y="354831"/>
                  <a:pt x="647451" y="400658"/>
                  <a:pt x="674488" y="436253"/>
                </a:cubicBezTo>
                <a:cubicBezTo>
                  <a:pt x="701525" y="471848"/>
                  <a:pt x="738608" y="489645"/>
                  <a:pt x="785737" y="489645"/>
                </a:cubicBezTo>
                <a:cubicBezTo>
                  <a:pt x="833858" y="489645"/>
                  <a:pt x="871313" y="472592"/>
                  <a:pt x="898102" y="438485"/>
                </a:cubicBezTo>
                <a:cubicBezTo>
                  <a:pt x="924891" y="404379"/>
                  <a:pt x="938286" y="358552"/>
                  <a:pt x="938286" y="301005"/>
                </a:cubicBezTo>
                <a:cubicBezTo>
                  <a:pt x="938286" y="240978"/>
                  <a:pt x="925263" y="193539"/>
                  <a:pt x="899219" y="158688"/>
                </a:cubicBezTo>
                <a:cubicBezTo>
                  <a:pt x="873174" y="123838"/>
                  <a:pt x="836463" y="106412"/>
                  <a:pt x="789086" y="106412"/>
                </a:cubicBezTo>
                <a:close/>
                <a:moveTo>
                  <a:pt x="3315891" y="9674"/>
                </a:moveTo>
                <a:lnTo>
                  <a:pt x="3767584" y="9674"/>
                </a:lnTo>
                <a:lnTo>
                  <a:pt x="3767584" y="110133"/>
                </a:lnTo>
                <a:lnTo>
                  <a:pt x="3603129" y="110133"/>
                </a:lnTo>
                <a:lnTo>
                  <a:pt x="3603129" y="586011"/>
                </a:lnTo>
                <a:lnTo>
                  <a:pt x="3479974" y="586011"/>
                </a:lnTo>
                <a:lnTo>
                  <a:pt x="3479974" y="110133"/>
                </a:lnTo>
                <a:lnTo>
                  <a:pt x="3315891" y="110133"/>
                </a:lnTo>
                <a:close/>
                <a:moveTo>
                  <a:pt x="2722141" y="9674"/>
                </a:moveTo>
                <a:lnTo>
                  <a:pt x="2856086" y="9674"/>
                </a:lnTo>
                <a:lnTo>
                  <a:pt x="3091235" y="372071"/>
                </a:lnTo>
                <a:cubicBezTo>
                  <a:pt x="3106861" y="396131"/>
                  <a:pt x="3116411" y="411386"/>
                  <a:pt x="3119884" y="417835"/>
                </a:cubicBezTo>
                <a:lnTo>
                  <a:pt x="3121744" y="417835"/>
                </a:lnTo>
                <a:cubicBezTo>
                  <a:pt x="3119264" y="403945"/>
                  <a:pt x="3118024" y="377404"/>
                  <a:pt x="3118024" y="338212"/>
                </a:cubicBezTo>
                <a:lnTo>
                  <a:pt x="3118024" y="9674"/>
                </a:lnTo>
                <a:lnTo>
                  <a:pt x="3234482" y="9674"/>
                </a:lnTo>
                <a:lnTo>
                  <a:pt x="3234482" y="586011"/>
                </a:lnTo>
                <a:lnTo>
                  <a:pt x="3108722" y="586011"/>
                </a:lnTo>
                <a:lnTo>
                  <a:pt x="2864644" y="213197"/>
                </a:lnTo>
                <a:cubicBezTo>
                  <a:pt x="2851993" y="193849"/>
                  <a:pt x="2842815" y="178222"/>
                  <a:pt x="2837110" y="166316"/>
                </a:cubicBezTo>
                <a:lnTo>
                  <a:pt x="2835250" y="166316"/>
                </a:lnTo>
                <a:cubicBezTo>
                  <a:pt x="2837483" y="186160"/>
                  <a:pt x="2838599" y="216793"/>
                  <a:pt x="2838599" y="258217"/>
                </a:cubicBezTo>
                <a:lnTo>
                  <a:pt x="2838599" y="586011"/>
                </a:lnTo>
                <a:lnTo>
                  <a:pt x="2722141" y="586011"/>
                </a:lnTo>
                <a:close/>
                <a:moveTo>
                  <a:pt x="2283991" y="9674"/>
                </a:moveTo>
                <a:lnTo>
                  <a:pt x="2611785" y="9674"/>
                </a:lnTo>
                <a:lnTo>
                  <a:pt x="2611785" y="110133"/>
                </a:lnTo>
                <a:lnTo>
                  <a:pt x="2406774" y="110133"/>
                </a:lnTo>
                <a:lnTo>
                  <a:pt x="2406774" y="245939"/>
                </a:lnTo>
                <a:lnTo>
                  <a:pt x="2597274" y="245939"/>
                </a:lnTo>
                <a:lnTo>
                  <a:pt x="2597274" y="346026"/>
                </a:lnTo>
                <a:lnTo>
                  <a:pt x="2406774" y="346026"/>
                </a:lnTo>
                <a:lnTo>
                  <a:pt x="2406774" y="485552"/>
                </a:lnTo>
                <a:lnTo>
                  <a:pt x="2625179" y="485552"/>
                </a:lnTo>
                <a:lnTo>
                  <a:pt x="2625179" y="586011"/>
                </a:lnTo>
                <a:lnTo>
                  <a:pt x="2283991" y="586011"/>
                </a:lnTo>
                <a:close/>
                <a:moveTo>
                  <a:pt x="1753791" y="9674"/>
                </a:moveTo>
                <a:lnTo>
                  <a:pt x="2205484" y="9674"/>
                </a:lnTo>
                <a:lnTo>
                  <a:pt x="2205484" y="110133"/>
                </a:lnTo>
                <a:lnTo>
                  <a:pt x="2041029" y="110133"/>
                </a:lnTo>
                <a:lnTo>
                  <a:pt x="2041029" y="586011"/>
                </a:lnTo>
                <a:lnTo>
                  <a:pt x="1917874" y="586011"/>
                </a:lnTo>
                <a:lnTo>
                  <a:pt x="1917874" y="110133"/>
                </a:lnTo>
                <a:lnTo>
                  <a:pt x="1753791" y="110133"/>
                </a:lnTo>
                <a:close/>
                <a:moveTo>
                  <a:pt x="1160041" y="9674"/>
                </a:moveTo>
                <a:lnTo>
                  <a:pt x="1293986" y="9674"/>
                </a:lnTo>
                <a:lnTo>
                  <a:pt x="1529135" y="372071"/>
                </a:lnTo>
                <a:cubicBezTo>
                  <a:pt x="1544762" y="396131"/>
                  <a:pt x="1554312" y="411386"/>
                  <a:pt x="1557784" y="417835"/>
                </a:cubicBezTo>
                <a:lnTo>
                  <a:pt x="1559644" y="417835"/>
                </a:lnTo>
                <a:cubicBezTo>
                  <a:pt x="1557164" y="403945"/>
                  <a:pt x="1555924" y="377404"/>
                  <a:pt x="1555924" y="338212"/>
                </a:cubicBezTo>
                <a:lnTo>
                  <a:pt x="1555924" y="9674"/>
                </a:lnTo>
                <a:lnTo>
                  <a:pt x="1672382" y="9674"/>
                </a:lnTo>
                <a:lnTo>
                  <a:pt x="1672382" y="586011"/>
                </a:lnTo>
                <a:lnTo>
                  <a:pt x="1546622" y="586011"/>
                </a:lnTo>
                <a:lnTo>
                  <a:pt x="1302544" y="213197"/>
                </a:lnTo>
                <a:cubicBezTo>
                  <a:pt x="1289893" y="193849"/>
                  <a:pt x="1280716" y="178222"/>
                  <a:pt x="1275011" y="166316"/>
                </a:cubicBezTo>
                <a:lnTo>
                  <a:pt x="1273150" y="166316"/>
                </a:lnTo>
                <a:cubicBezTo>
                  <a:pt x="1275383" y="186160"/>
                  <a:pt x="1276499" y="216793"/>
                  <a:pt x="1276499" y="258217"/>
                </a:cubicBezTo>
                <a:lnTo>
                  <a:pt x="1276499" y="586011"/>
                </a:lnTo>
                <a:lnTo>
                  <a:pt x="1160041" y="586011"/>
                </a:lnTo>
                <a:close/>
                <a:moveTo>
                  <a:pt x="4040684" y="0"/>
                </a:moveTo>
                <a:cubicBezTo>
                  <a:pt x="4096990" y="0"/>
                  <a:pt x="4144243" y="7318"/>
                  <a:pt x="4182442" y="21952"/>
                </a:cubicBezTo>
                <a:lnTo>
                  <a:pt x="4182442" y="137294"/>
                </a:lnTo>
                <a:cubicBezTo>
                  <a:pt x="4143747" y="111001"/>
                  <a:pt x="4098478" y="97855"/>
                  <a:pt x="4046637" y="97855"/>
                </a:cubicBezTo>
                <a:cubicBezTo>
                  <a:pt x="4016375" y="97855"/>
                  <a:pt x="3992191" y="103374"/>
                  <a:pt x="3974083" y="114412"/>
                </a:cubicBezTo>
                <a:cubicBezTo>
                  <a:pt x="3955975" y="125450"/>
                  <a:pt x="3946922" y="140271"/>
                  <a:pt x="3946922" y="158874"/>
                </a:cubicBezTo>
                <a:cubicBezTo>
                  <a:pt x="3946922" y="173757"/>
                  <a:pt x="3953123" y="187462"/>
                  <a:pt x="3965525" y="199988"/>
                </a:cubicBezTo>
                <a:cubicBezTo>
                  <a:pt x="3977927" y="212515"/>
                  <a:pt x="4008562" y="229444"/>
                  <a:pt x="4057427" y="250776"/>
                </a:cubicBezTo>
                <a:cubicBezTo>
                  <a:pt x="4114726" y="275332"/>
                  <a:pt x="4154103" y="301253"/>
                  <a:pt x="4175559" y="328538"/>
                </a:cubicBezTo>
                <a:cubicBezTo>
                  <a:pt x="4197015" y="355824"/>
                  <a:pt x="4207743" y="388318"/>
                  <a:pt x="4207743" y="426021"/>
                </a:cubicBezTo>
                <a:cubicBezTo>
                  <a:pt x="4207743" y="481335"/>
                  <a:pt x="4188147" y="523503"/>
                  <a:pt x="4148956" y="552525"/>
                </a:cubicBezTo>
                <a:cubicBezTo>
                  <a:pt x="4109765" y="581546"/>
                  <a:pt x="4054078" y="596057"/>
                  <a:pt x="3981896" y="596057"/>
                </a:cubicBezTo>
                <a:cubicBezTo>
                  <a:pt x="3915916" y="596057"/>
                  <a:pt x="3861842" y="585391"/>
                  <a:pt x="3819674" y="564059"/>
                </a:cubicBezTo>
                <a:lnTo>
                  <a:pt x="3819674" y="440904"/>
                </a:lnTo>
                <a:cubicBezTo>
                  <a:pt x="3866059" y="479351"/>
                  <a:pt x="3918768" y="498575"/>
                  <a:pt x="3977804" y="498575"/>
                </a:cubicBezTo>
                <a:cubicBezTo>
                  <a:pt x="4011290" y="498575"/>
                  <a:pt x="4036467" y="492808"/>
                  <a:pt x="4053334" y="481273"/>
                </a:cubicBezTo>
                <a:cubicBezTo>
                  <a:pt x="4070201" y="469739"/>
                  <a:pt x="4078635" y="454918"/>
                  <a:pt x="4078635" y="436811"/>
                </a:cubicBezTo>
                <a:cubicBezTo>
                  <a:pt x="4078635" y="421184"/>
                  <a:pt x="4071937" y="406425"/>
                  <a:pt x="4058543" y="392535"/>
                </a:cubicBezTo>
                <a:cubicBezTo>
                  <a:pt x="4045148" y="378644"/>
                  <a:pt x="4009802" y="359792"/>
                  <a:pt x="3952503" y="335980"/>
                </a:cubicBezTo>
                <a:cubicBezTo>
                  <a:pt x="3862462" y="297781"/>
                  <a:pt x="3817441" y="242218"/>
                  <a:pt x="3817441" y="169292"/>
                </a:cubicBezTo>
                <a:cubicBezTo>
                  <a:pt x="3817441" y="115714"/>
                  <a:pt x="3837843" y="74104"/>
                  <a:pt x="3878647" y="44463"/>
                </a:cubicBezTo>
                <a:cubicBezTo>
                  <a:pt x="3919451" y="14821"/>
                  <a:pt x="3973463" y="0"/>
                  <a:pt x="4040684" y="0"/>
                </a:cubicBezTo>
                <a:close/>
                <a:moveTo>
                  <a:pt x="792806" y="0"/>
                </a:moveTo>
                <a:cubicBezTo>
                  <a:pt x="875158" y="0"/>
                  <a:pt x="941449" y="27409"/>
                  <a:pt x="991678" y="82228"/>
                </a:cubicBezTo>
                <a:cubicBezTo>
                  <a:pt x="1041908" y="137046"/>
                  <a:pt x="1067022" y="207492"/>
                  <a:pt x="1067022" y="293564"/>
                </a:cubicBezTo>
                <a:cubicBezTo>
                  <a:pt x="1067022" y="383357"/>
                  <a:pt x="1040915" y="456221"/>
                  <a:pt x="988701" y="512155"/>
                </a:cubicBezTo>
                <a:cubicBezTo>
                  <a:pt x="936488" y="568090"/>
                  <a:pt x="868089" y="596057"/>
                  <a:pt x="783505" y="596057"/>
                </a:cubicBezTo>
                <a:cubicBezTo>
                  <a:pt x="700905" y="596057"/>
                  <a:pt x="633808" y="568958"/>
                  <a:pt x="582215" y="514760"/>
                </a:cubicBezTo>
                <a:cubicBezTo>
                  <a:pt x="530621" y="460561"/>
                  <a:pt x="504824" y="390798"/>
                  <a:pt x="504824" y="305470"/>
                </a:cubicBezTo>
                <a:cubicBezTo>
                  <a:pt x="504824" y="215181"/>
                  <a:pt x="531179" y="141697"/>
                  <a:pt x="583889" y="85018"/>
                </a:cubicBezTo>
                <a:cubicBezTo>
                  <a:pt x="636599" y="28340"/>
                  <a:pt x="706238" y="0"/>
                  <a:pt x="792806" y="0"/>
                </a:cubicBezTo>
                <a:close/>
                <a:moveTo>
                  <a:pt x="305842" y="0"/>
                </a:moveTo>
                <a:cubicBezTo>
                  <a:pt x="362148" y="0"/>
                  <a:pt x="409277" y="7318"/>
                  <a:pt x="447228" y="21952"/>
                </a:cubicBezTo>
                <a:lnTo>
                  <a:pt x="447228" y="140643"/>
                </a:lnTo>
                <a:cubicBezTo>
                  <a:pt x="408285" y="117823"/>
                  <a:pt x="364133" y="106412"/>
                  <a:pt x="314771" y="106412"/>
                </a:cubicBezTo>
                <a:cubicBezTo>
                  <a:pt x="258465" y="106412"/>
                  <a:pt x="213444" y="124396"/>
                  <a:pt x="179710" y="160363"/>
                </a:cubicBezTo>
                <a:cubicBezTo>
                  <a:pt x="145976" y="196329"/>
                  <a:pt x="129108" y="243334"/>
                  <a:pt x="129108" y="301377"/>
                </a:cubicBezTo>
                <a:cubicBezTo>
                  <a:pt x="129108" y="357932"/>
                  <a:pt x="145107" y="403449"/>
                  <a:pt x="177105" y="437927"/>
                </a:cubicBezTo>
                <a:cubicBezTo>
                  <a:pt x="209104" y="472406"/>
                  <a:pt x="252388" y="489645"/>
                  <a:pt x="306958" y="489645"/>
                </a:cubicBezTo>
                <a:cubicBezTo>
                  <a:pt x="358304" y="489645"/>
                  <a:pt x="405061" y="477243"/>
                  <a:pt x="447228" y="452438"/>
                </a:cubicBezTo>
                <a:lnTo>
                  <a:pt x="447228" y="565175"/>
                </a:lnTo>
                <a:cubicBezTo>
                  <a:pt x="405309" y="585763"/>
                  <a:pt x="350614" y="596057"/>
                  <a:pt x="283145" y="596057"/>
                </a:cubicBezTo>
                <a:cubicBezTo>
                  <a:pt x="196329" y="596057"/>
                  <a:pt x="127434" y="570074"/>
                  <a:pt x="76460" y="518108"/>
                </a:cubicBezTo>
                <a:cubicBezTo>
                  <a:pt x="25487" y="466142"/>
                  <a:pt x="0" y="396875"/>
                  <a:pt x="0" y="310307"/>
                </a:cubicBezTo>
                <a:cubicBezTo>
                  <a:pt x="0" y="219274"/>
                  <a:pt x="28463" y="144798"/>
                  <a:pt x="85390" y="86879"/>
                </a:cubicBezTo>
                <a:cubicBezTo>
                  <a:pt x="142317" y="28960"/>
                  <a:pt x="215801" y="0"/>
                  <a:pt x="305842"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23" name="序号"/>
          <p:cNvSpPr txBox="1"/>
          <p:nvPr>
            <p:custDataLst>
              <p:tags r:id="rId5"/>
            </p:custDataLst>
          </p:nvPr>
        </p:nvSpPr>
        <p:spPr>
          <a:xfrm>
            <a:off x="6505575" y="2854960"/>
            <a:ext cx="1080135" cy="828040"/>
          </a:xfrm>
          <a:prstGeom prst="chevron">
            <a:avLst>
              <a:gd name="adj" fmla="val 28143"/>
            </a:avLst>
          </a:prstGeom>
          <a:gradFill>
            <a:gsLst>
              <a:gs pos="0">
                <a:schemeClr val="accent1">
                  <a:lumMod val="65000"/>
                  <a:lumOff val="35000"/>
                </a:schemeClr>
              </a:gs>
              <a:gs pos="80000">
                <a:schemeClr val="accent1"/>
              </a:gs>
            </a:gsLst>
            <a:lin ang="4200000" scaled="0"/>
          </a:gradFill>
        </p:spPr>
        <p:txBody>
          <a:bodyPr wrap="none" lIns="72000" tIns="0" rIns="0" bIns="0" rtlCol="0" anchor="ctr" anchorCtr="0">
            <a:normAutofit/>
          </a:bodyPr>
          <a:lstStyle/>
          <a:p>
            <a:pPr algn="ctr">
              <a:lnSpc>
                <a:spcPct val="100000"/>
              </a:lnSpc>
            </a:pPr>
            <a:r>
              <a:rPr lang="en-US" sz="2800" b="1" dirty="0">
                <a:solidFill>
                  <a:srgbClr val="FFFFFF"/>
                </a:solidFill>
                <a:latin typeface="+mn-ea"/>
              </a:rPr>
              <a:t>02</a:t>
            </a:r>
            <a:endParaRPr lang="en-US" sz="2800" b="1" dirty="0">
              <a:solidFill>
                <a:srgbClr val="FFFFFF"/>
              </a:solidFill>
              <a:latin typeface="+mn-ea"/>
            </a:endParaRPr>
          </a:p>
        </p:txBody>
      </p:sp>
      <p:sp>
        <p:nvSpPr>
          <p:cNvPr id="3" name="项标题"/>
          <p:cNvSpPr txBox="1"/>
          <p:nvPr>
            <p:custDataLst>
              <p:tags r:id="rId6"/>
            </p:custDataLst>
          </p:nvPr>
        </p:nvSpPr>
        <p:spPr>
          <a:xfrm>
            <a:off x="7974965" y="2477135"/>
            <a:ext cx="3100705" cy="1583690"/>
          </a:xfrm>
          <a:prstGeom prst="rect">
            <a:avLst/>
          </a:prstGeom>
          <a:noFill/>
        </p:spPr>
        <p:txBody>
          <a:bodyPr wrap="square" lIns="0" tIns="0" rIns="0" bIns="0" rtlCol="0" anchor="ctr">
            <a:noAutofit/>
          </a:bodyPr>
          <a:lstStyle/>
          <a:p>
            <a:pPr marL="0" indent="0" algn="l">
              <a:lnSpc>
                <a:spcPct val="100000"/>
              </a:lnSpc>
              <a:spcBef>
                <a:spcPts val="0"/>
              </a:spcBef>
              <a:spcAft>
                <a:spcPts val="0"/>
              </a:spcAft>
              <a:buSzPct val="100000"/>
            </a:pPr>
            <a:r>
              <a:rPr lang="en-US" altLang="zh-CN" sz="2400" dirty="0">
                <a:uFillTx/>
              </a:rPr>
              <a:t>Proposed Method</a:t>
            </a:r>
            <a:endParaRPr lang="en-US" altLang="zh-CN" sz="2400" dirty="0">
              <a:uFillTx/>
            </a:endParaRPr>
          </a:p>
        </p:txBody>
      </p:sp>
      <p:sp>
        <p:nvSpPr>
          <p:cNvPr id="8" name="序号"/>
          <p:cNvSpPr txBox="1"/>
          <p:nvPr>
            <p:custDataLst>
              <p:tags r:id="rId7"/>
            </p:custDataLst>
          </p:nvPr>
        </p:nvSpPr>
        <p:spPr>
          <a:xfrm>
            <a:off x="1278255" y="4933315"/>
            <a:ext cx="1080135" cy="828040"/>
          </a:xfrm>
          <a:prstGeom prst="chevron">
            <a:avLst>
              <a:gd name="adj" fmla="val 28143"/>
            </a:avLst>
          </a:prstGeom>
          <a:gradFill>
            <a:gsLst>
              <a:gs pos="0">
                <a:schemeClr val="accent1">
                  <a:lumMod val="65000"/>
                  <a:lumOff val="35000"/>
                </a:schemeClr>
              </a:gs>
              <a:gs pos="80000">
                <a:schemeClr val="accent1"/>
              </a:gs>
            </a:gsLst>
            <a:lin ang="4200000" scaled="0"/>
          </a:gradFill>
        </p:spPr>
        <p:txBody>
          <a:bodyPr wrap="none" lIns="72000" tIns="0" rIns="0" bIns="0" rtlCol="0" anchor="ctr" anchorCtr="0">
            <a:normAutofit/>
          </a:bodyPr>
          <a:lstStyle/>
          <a:p>
            <a:pPr algn="ctr">
              <a:lnSpc>
                <a:spcPct val="100000"/>
              </a:lnSpc>
            </a:pPr>
            <a:r>
              <a:rPr lang="en-US" sz="2800" b="1" dirty="0">
                <a:solidFill>
                  <a:srgbClr val="FFFFFF"/>
                </a:solidFill>
                <a:latin typeface="+mn-ea"/>
              </a:rPr>
              <a:t>03</a:t>
            </a:r>
            <a:endParaRPr lang="en-US" sz="2800" b="1" dirty="0">
              <a:solidFill>
                <a:srgbClr val="FFFFFF"/>
              </a:solidFill>
              <a:latin typeface="+mn-ea"/>
            </a:endParaRPr>
          </a:p>
        </p:txBody>
      </p:sp>
      <p:sp>
        <p:nvSpPr>
          <p:cNvPr id="27" name="项标题"/>
          <p:cNvSpPr txBox="1"/>
          <p:nvPr>
            <p:custDataLst>
              <p:tags r:id="rId8"/>
            </p:custDataLst>
          </p:nvPr>
        </p:nvSpPr>
        <p:spPr>
          <a:xfrm>
            <a:off x="2747645" y="4555490"/>
            <a:ext cx="3100705" cy="1583690"/>
          </a:xfrm>
          <a:prstGeom prst="rect">
            <a:avLst/>
          </a:prstGeom>
          <a:noFill/>
        </p:spPr>
        <p:txBody>
          <a:bodyPr wrap="square" lIns="0" tIns="0" rIns="0" bIns="0" rtlCol="0" anchor="ctr">
            <a:noAutofit/>
          </a:bodyPr>
          <a:lstStyle/>
          <a:p>
            <a:pPr marL="0" indent="0" algn="l">
              <a:lnSpc>
                <a:spcPct val="100000"/>
              </a:lnSpc>
              <a:spcBef>
                <a:spcPts val="0"/>
              </a:spcBef>
              <a:spcAft>
                <a:spcPts val="0"/>
              </a:spcAft>
              <a:buSzPct val="100000"/>
            </a:pPr>
            <a:r>
              <a:rPr lang="en-US" altLang="zh-CN" sz="2400" dirty="0">
                <a:uFillTx/>
              </a:rPr>
              <a:t>Experimental Results</a:t>
            </a:r>
            <a:endParaRPr lang="en-US" altLang="zh-CN" sz="2400" dirty="0">
              <a:uFillTx/>
            </a:endParaRPr>
          </a:p>
        </p:txBody>
      </p:sp>
      <p:sp>
        <p:nvSpPr>
          <p:cNvPr id="9" name="序号"/>
          <p:cNvSpPr txBox="1"/>
          <p:nvPr>
            <p:custDataLst>
              <p:tags r:id="rId9"/>
            </p:custDataLst>
          </p:nvPr>
        </p:nvSpPr>
        <p:spPr>
          <a:xfrm>
            <a:off x="6505575" y="4933315"/>
            <a:ext cx="1080135" cy="828040"/>
          </a:xfrm>
          <a:prstGeom prst="chevron">
            <a:avLst>
              <a:gd name="adj" fmla="val 28143"/>
            </a:avLst>
          </a:prstGeom>
          <a:gradFill>
            <a:gsLst>
              <a:gs pos="0">
                <a:schemeClr val="accent1">
                  <a:lumMod val="65000"/>
                  <a:lumOff val="35000"/>
                </a:schemeClr>
              </a:gs>
              <a:gs pos="80000">
                <a:schemeClr val="accent1"/>
              </a:gs>
            </a:gsLst>
            <a:lin ang="4200000" scaled="0"/>
          </a:gradFill>
        </p:spPr>
        <p:txBody>
          <a:bodyPr wrap="none" lIns="72000" tIns="0" rIns="0" bIns="0" rtlCol="0" anchor="ctr" anchorCtr="0">
            <a:normAutofit/>
          </a:bodyPr>
          <a:lstStyle/>
          <a:p>
            <a:pPr algn="ctr">
              <a:lnSpc>
                <a:spcPct val="100000"/>
              </a:lnSpc>
            </a:pPr>
            <a:r>
              <a:rPr lang="en-US" sz="2800" b="1" dirty="0">
                <a:solidFill>
                  <a:srgbClr val="FFFFFF"/>
                </a:solidFill>
                <a:latin typeface="+mn-ea"/>
              </a:rPr>
              <a:t>04</a:t>
            </a:r>
            <a:endParaRPr lang="en-US" sz="2800" b="1" dirty="0">
              <a:solidFill>
                <a:srgbClr val="FFFFFF"/>
              </a:solidFill>
              <a:latin typeface="+mn-ea"/>
            </a:endParaRPr>
          </a:p>
        </p:txBody>
      </p:sp>
      <p:sp>
        <p:nvSpPr>
          <p:cNvPr id="30" name="项标题"/>
          <p:cNvSpPr txBox="1"/>
          <p:nvPr>
            <p:custDataLst>
              <p:tags r:id="rId10"/>
            </p:custDataLst>
          </p:nvPr>
        </p:nvSpPr>
        <p:spPr>
          <a:xfrm>
            <a:off x="7974965" y="4555490"/>
            <a:ext cx="3100705" cy="1583690"/>
          </a:xfrm>
          <a:prstGeom prst="rect">
            <a:avLst/>
          </a:prstGeom>
          <a:noFill/>
        </p:spPr>
        <p:txBody>
          <a:bodyPr wrap="square" lIns="0" tIns="0" rIns="0" bIns="0" rtlCol="0" anchor="ctr">
            <a:noAutofit/>
          </a:bodyPr>
          <a:lstStyle/>
          <a:p>
            <a:pPr marL="0" indent="0" algn="l">
              <a:lnSpc>
                <a:spcPct val="100000"/>
              </a:lnSpc>
              <a:spcBef>
                <a:spcPts val="0"/>
              </a:spcBef>
              <a:spcAft>
                <a:spcPts val="0"/>
              </a:spcAft>
              <a:buSzPct val="100000"/>
            </a:pPr>
            <a:r>
              <a:rPr lang="en-US" altLang="zh-CN" sz="2400" dirty="0">
                <a:uFillTx/>
              </a:rPr>
              <a:t>Discussion and Conclusions</a:t>
            </a:r>
            <a:endParaRPr lang="en-US" altLang="zh-CN" sz="2400" dirty="0">
              <a:uFillTx/>
            </a:endParaRPr>
          </a:p>
        </p:txBody>
      </p:sp>
    </p:spTree>
    <p:custDataLst>
      <p:tags r:id="rId1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p:cNvSpPr>
            <a:spLocks noGrp="1"/>
          </p:cNvSpPr>
          <p:nvPr>
            <p:ph type="title"/>
            <p:custDataLst>
              <p:tags r:id="rId1"/>
            </p:custDataLst>
          </p:nvPr>
        </p:nvSpPr>
        <p:spPr/>
        <p:txBody>
          <a:bodyPr/>
          <a:lstStyle/>
          <a:p>
            <a:pPr marL="0" indent="0" algn="l">
              <a:lnSpc>
                <a:spcPct val="100000"/>
              </a:lnSpc>
              <a:spcBef>
                <a:spcPts val="0"/>
              </a:spcBef>
              <a:spcAft>
                <a:spcPts val="0"/>
              </a:spcAft>
              <a:buSzPct val="100000"/>
            </a:pPr>
            <a:r>
              <a:rPr lang="en-US" altLang="zh-CN" sz="6000"/>
              <a:t>Introduction</a:t>
            </a:r>
            <a:endParaRPr lang="en-US" altLang="zh-CN" sz="6000"/>
          </a:p>
        </p:txBody>
      </p:sp>
      <p:sp>
        <p:nvSpPr>
          <p:cNvPr id="6" name="节编号"/>
          <p:cNvSpPr>
            <a:spLocks noGrp="1"/>
          </p:cNvSpPr>
          <p:nvPr>
            <p:ph type="body" sz="quarter" idx="13"/>
            <p:custDataLst>
              <p:tags r:id="rId2"/>
            </p:custDataLst>
          </p:nvPr>
        </p:nvSpPr>
        <p:spPr/>
        <p:txBody>
          <a:bodyPr>
            <a:normAutofit lnSpcReduction="10000"/>
          </a:bodyPr>
          <a:lstStyle/>
          <a:p>
            <a:r>
              <a:rPr lang="en-US" altLang="zh-CN"/>
              <a:t>PART 01</a:t>
            </a: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accent1"/>
                </a:solidFill>
              </a:rPr>
              <a:t>Generate a pipeline that will be able to distinguish the vehicle style based on the feature extracted from the image about vehicle.</a:t>
            </a:r>
            <a:endParaRPr lang="en-US" altLang="zh-CN">
              <a:solidFill>
                <a:schemeClr val="accent1"/>
              </a:solidFill>
            </a:endParaRPr>
          </a:p>
          <a:p>
            <a:r>
              <a:rPr lang="en-US" altLang="zh-CN">
                <a:solidFill>
                  <a:schemeClr val="accent1"/>
                </a:solidFill>
              </a:rPr>
              <a:t>Dataset: Stanford Cars</a:t>
            </a:r>
            <a:endParaRPr lang="en-US" altLang="zh-CN">
              <a:solidFill>
                <a:schemeClr val="accent1"/>
              </a:solidFill>
            </a:endParaRPr>
          </a:p>
          <a:p>
            <a:r>
              <a:rPr lang="en-US" altLang="zh-CN">
                <a:solidFill>
                  <a:schemeClr val="accent1"/>
                </a:solidFill>
              </a:rPr>
              <a:t>Model: CLIP, DINOv2, ResNet50</a:t>
            </a:r>
            <a:endParaRPr lang="en-US" altLang="zh-CN">
              <a:solidFill>
                <a:schemeClr val="accent1"/>
              </a:solidFill>
            </a:endParaRPr>
          </a:p>
          <a:p>
            <a:r>
              <a:rPr lang="en-US" altLang="zh-CN">
                <a:solidFill>
                  <a:schemeClr val="accent1"/>
                </a:solidFill>
              </a:rPr>
              <a:t>Method Clustering: KMeans, DBSCAN</a:t>
            </a:r>
            <a:endParaRPr lang="en-US" altLang="zh-CN">
              <a:solidFill>
                <a:schemeClr val="accent1"/>
              </a:solidFill>
            </a:endParaRPr>
          </a:p>
          <a:p>
            <a:r>
              <a:rPr lang="en-US" altLang="zh-CN">
                <a:solidFill>
                  <a:schemeClr val="accent1"/>
                </a:solidFill>
              </a:rPr>
              <a:t>Visualization: Grad-cam, UMAP</a:t>
            </a:r>
            <a:endParaRPr lang="en-US" altLang="zh-CN">
              <a:solidFill>
                <a:schemeClr val="accent1"/>
              </a:solidFill>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zh-CN" altLang="en-US" dirty="0">
                <a:sym typeface="+mn-ea"/>
              </a:rPr>
              <a:t>Problem Description</a:t>
            </a:r>
            <a:endParaRPr lang="zh-CN" altLang="en-US" dirty="0">
              <a:sym typeface="+mn-ea"/>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en-US" altLang="zh-CN"/>
              <a:t>Why?</a:t>
            </a:r>
            <a:endParaRPr lang="en-US" altLang="zh-CN"/>
          </a:p>
        </p:txBody>
      </p:sp>
      <p:sp>
        <p:nvSpPr>
          <p:cNvPr id="55" name="椭圆 54"/>
          <p:cNvSpPr/>
          <p:nvPr>
            <p:custDataLst>
              <p:tags r:id="rId2"/>
            </p:custDataLst>
          </p:nvPr>
        </p:nvSpPr>
        <p:spPr>
          <a:xfrm>
            <a:off x="251612" y="2414269"/>
            <a:ext cx="3517135" cy="3517135"/>
          </a:xfrm>
          <a:prstGeom prst="ellipse">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mj-ea"/>
              <a:ea typeface="+mj-ea"/>
            </a:endParaRPr>
          </a:p>
        </p:txBody>
      </p:sp>
      <p:sp>
        <p:nvSpPr>
          <p:cNvPr id="4" name="矩形 3"/>
          <p:cNvSpPr/>
          <p:nvPr>
            <p:custDataLst>
              <p:tags r:id="rId3"/>
            </p:custDataLst>
          </p:nvPr>
        </p:nvSpPr>
        <p:spPr>
          <a:xfrm>
            <a:off x="5379085" y="1676101"/>
            <a:ext cx="6236335" cy="415925"/>
          </a:xfrm>
          <a:prstGeom prst="rect">
            <a:avLst/>
          </a:prstGeom>
          <a:noFill/>
          <a:ln>
            <a:noFill/>
          </a:ln>
        </p:spPr>
        <p:txBody>
          <a:bodyPr wrap="square" lIns="0" tIns="0" rIns="0" bIns="0" rtlCol="0" anchor="b" anchorCtr="0">
            <a:noAutofit/>
          </a:bodyPr>
          <a:p>
            <a:pPr algn="just">
              <a:spcBef>
                <a:spcPct val="0"/>
              </a:spcBef>
              <a:spcAft>
                <a:spcPct val="0"/>
              </a:spcAft>
              <a:buClr>
                <a:srgbClr val="000000"/>
              </a:buClr>
              <a:buSzPct val="70000"/>
            </a:pPr>
            <a:r>
              <a:rPr lang="en-US" altLang="zh-CN" sz="2500" b="1">
                <a:solidFill>
                  <a:schemeClr val="accent1"/>
                </a:solidFill>
                <a:latin typeface="+mn-ea"/>
                <a:cs typeface="+mn-ea"/>
              </a:rPr>
              <a:t>How to distinguish the car styles?</a:t>
            </a:r>
            <a:endParaRPr lang="en-US" altLang="zh-CN" sz="2500" b="1">
              <a:solidFill>
                <a:schemeClr val="accent1"/>
              </a:solidFill>
              <a:latin typeface="+mn-ea"/>
              <a:cs typeface="+mn-ea"/>
            </a:endParaRPr>
          </a:p>
        </p:txBody>
      </p:sp>
      <p:pic>
        <p:nvPicPr>
          <p:cNvPr id="5" name="图片 4"/>
          <p:cNvPicPr>
            <a:picLocks noChangeAspect="1"/>
          </p:cNvPicPr>
          <p:nvPr/>
        </p:nvPicPr>
        <p:blipFill>
          <a:blip r:embed="rId4"/>
          <a:stretch>
            <a:fillRect/>
          </a:stretch>
        </p:blipFill>
        <p:spPr>
          <a:xfrm>
            <a:off x="251460" y="2414270"/>
            <a:ext cx="4845050" cy="2764790"/>
          </a:xfrm>
          <a:prstGeom prst="rect">
            <a:avLst/>
          </a:prstGeom>
        </p:spPr>
      </p:pic>
      <p:sp>
        <p:nvSpPr>
          <p:cNvPr id="15" name="文本框 14"/>
          <p:cNvSpPr txBox="1"/>
          <p:nvPr/>
        </p:nvSpPr>
        <p:spPr>
          <a:xfrm>
            <a:off x="5379085" y="2220595"/>
            <a:ext cx="6236970" cy="3710940"/>
          </a:xfrm>
          <a:prstGeom prst="rect">
            <a:avLst/>
          </a:prstGeom>
          <a:noFill/>
        </p:spPr>
        <p:txBody>
          <a:bodyPr wrap="square" rtlCol="0">
            <a:noAutofit/>
          </a:bodyPr>
          <a:p>
            <a:r>
              <a:rPr lang="en-US" altLang="zh-CN" sz="2800"/>
              <a:t>Maggiority: can’ distinguish the car styles.</a:t>
            </a:r>
            <a:endParaRPr lang="en-US" altLang="zh-CN" sz="2800"/>
          </a:p>
          <a:p>
            <a:endParaRPr lang="en-US" altLang="zh-CN" sz="2800"/>
          </a:p>
          <a:p>
            <a:r>
              <a:rPr lang="en-US" altLang="zh-CN" sz="2800"/>
              <a:t>Expert: can dinstinguish the car style easily, but how many images they can detect for a day? </a:t>
            </a:r>
            <a:endParaRPr lang="en-US" altLang="zh-CN" sz="2800"/>
          </a:p>
        </p:txBody>
      </p:sp>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27"/>
          <p:cNvSpPr>
            <a:spLocks noGrp="1"/>
          </p:cNvSpPr>
          <p:nvPr>
            <p:ph type="title"/>
            <p:custDataLst>
              <p:tags r:id="rId1"/>
            </p:custDataLst>
          </p:nvPr>
        </p:nvSpPr>
        <p:spPr/>
        <p:txBody>
          <a:bodyPr>
            <a:normAutofit/>
          </a:bodyPr>
          <a:lstStyle/>
          <a:p>
            <a:r>
              <a:rPr lang="en-US" altLang="zh-CN"/>
              <a:t>Target audience interested in the problem.</a:t>
            </a:r>
            <a:endParaRPr lang="en-US" altLang="zh-CN"/>
          </a:p>
        </p:txBody>
      </p:sp>
      <p:sp>
        <p:nvSpPr>
          <p:cNvPr id="87" name="正文"/>
          <p:cNvSpPr txBox="1"/>
          <p:nvPr>
            <p:custDataLst>
              <p:tags r:id="rId2"/>
            </p:custDataLst>
          </p:nvPr>
        </p:nvSpPr>
        <p:spPr>
          <a:xfrm>
            <a:off x="1242695" y="2493010"/>
            <a:ext cx="4526915" cy="1163955"/>
          </a:xfrm>
          <a:prstGeom prst="rect">
            <a:avLst/>
          </a:prstGeom>
          <a:noFill/>
        </p:spPr>
        <p:txBody>
          <a:bodyPr wrap="square" lIns="0" tIns="0" rIns="0" bIns="0" rtlCol="0" anchor="t" anchorCtr="0">
            <a:noAutofit/>
          </a:bodyPr>
          <a:lstStyle/>
          <a:p>
            <a:pPr indent="0" algn="just" fontAlgn="auto">
              <a:lnSpc>
                <a:spcPct val="150000"/>
              </a:lnSpc>
              <a:spcBef>
                <a:spcPts val="0"/>
              </a:spcBef>
              <a:spcAft>
                <a:spcPts val="0"/>
              </a:spcAft>
            </a:pPr>
            <a:r>
              <a:rPr lang="en-US" altLang="zh-CN" sz="1500" kern="0" dirty="0">
                <a:ln>
                  <a:noFill/>
                  <a:prstDash val="sysDot"/>
                </a:ln>
                <a:solidFill>
                  <a:schemeClr val="tx1">
                    <a:lumMod val="85000"/>
                    <a:lumOff val="15000"/>
                  </a:schemeClr>
                </a:solidFill>
                <a:latin typeface="+mn-ea"/>
                <a:sym typeface="+mn-ea"/>
              </a:rPr>
              <a:t>Based on the car styles dinamicly modify the price of parking.</a:t>
            </a:r>
            <a:endParaRPr lang="en-US" altLang="zh-CN" sz="1500" kern="0" dirty="0">
              <a:ln>
                <a:noFill/>
                <a:prstDash val="sysDot"/>
              </a:ln>
              <a:solidFill>
                <a:schemeClr val="tx1">
                  <a:lumMod val="85000"/>
                  <a:lumOff val="15000"/>
                </a:schemeClr>
              </a:solidFill>
              <a:latin typeface="+mn-ea"/>
              <a:sym typeface="+mn-ea"/>
            </a:endParaRPr>
          </a:p>
        </p:txBody>
      </p:sp>
      <p:sp>
        <p:nvSpPr>
          <p:cNvPr id="88" name="标题"/>
          <p:cNvSpPr txBox="1"/>
          <p:nvPr>
            <p:custDataLst>
              <p:tags r:id="rId3"/>
            </p:custDataLst>
          </p:nvPr>
        </p:nvSpPr>
        <p:spPr>
          <a:xfrm>
            <a:off x="1242695" y="2056130"/>
            <a:ext cx="4526280" cy="440690"/>
          </a:xfrm>
          <a:prstGeom prst="rect">
            <a:avLst/>
          </a:prstGeom>
          <a:noFill/>
        </p:spPr>
        <p:txBody>
          <a:bodyPr wrap="square" lIns="0" tIns="0" rIns="0" bIns="71755" rtlCol="0" anchor="b" anchorCtr="0">
            <a:noAutofit/>
          </a:bodyPr>
          <a:lstStyle/>
          <a:p>
            <a:pPr indent="0" algn="l" fontAlgn="auto">
              <a:lnSpc>
                <a:spcPct val="120000"/>
              </a:lnSpc>
            </a:pPr>
            <a:r>
              <a:rPr lang="en-US" altLang="zh-CN" sz="2000" b="1" dirty="0">
                <a:solidFill>
                  <a:schemeClr val="tx1">
                    <a:lumMod val="85000"/>
                    <a:lumOff val="15000"/>
                  </a:schemeClr>
                </a:solidFill>
                <a:uFillTx/>
                <a:latin typeface="+mn-ea"/>
                <a:sym typeface="+mn-ea"/>
              </a:rPr>
              <a:t>Smart Parking management</a:t>
            </a:r>
            <a:endParaRPr lang="en-US" altLang="zh-CN" sz="2000" b="1" dirty="0">
              <a:solidFill>
                <a:schemeClr val="tx1">
                  <a:lumMod val="85000"/>
                  <a:lumOff val="15000"/>
                </a:schemeClr>
              </a:solidFill>
              <a:uFillTx/>
              <a:latin typeface="+mn-ea"/>
              <a:sym typeface="+mn-ea"/>
            </a:endParaRPr>
          </a:p>
        </p:txBody>
      </p:sp>
      <p:sp>
        <p:nvSpPr>
          <p:cNvPr id="89" name="圆角矩形 88"/>
          <p:cNvSpPr>
            <a:spLocks noChangeAspect="1"/>
          </p:cNvSpPr>
          <p:nvPr>
            <p:custDataLst>
              <p:tags r:id="rId4"/>
            </p:custDataLst>
          </p:nvPr>
        </p:nvSpPr>
        <p:spPr>
          <a:xfrm>
            <a:off x="603885" y="2128520"/>
            <a:ext cx="469265" cy="467995"/>
          </a:xfrm>
          <a:prstGeom prst="roundRect">
            <a:avLst>
              <a:gd name="adj" fmla="val 10363"/>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2000" b="1">
              <a:latin typeface="+mn-ea"/>
              <a:cs typeface="微软雅黑" panose="020B0503020204020204" charset="-122"/>
              <a:sym typeface="+mn-ea"/>
            </a:endParaRPr>
          </a:p>
        </p:txBody>
      </p:sp>
      <p:pic>
        <p:nvPicPr>
          <p:cNvPr id="90" name="图片 89" descr="32313538333935363b32313538333934333bb6d4bbb0"/>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12470" y="2236470"/>
            <a:ext cx="252095" cy="252095"/>
          </a:xfrm>
          <a:prstGeom prst="rect">
            <a:avLst/>
          </a:prstGeom>
        </p:spPr>
      </p:pic>
      <p:sp>
        <p:nvSpPr>
          <p:cNvPr id="44" name="正文"/>
          <p:cNvSpPr txBox="1"/>
          <p:nvPr>
            <p:custDataLst>
              <p:tags r:id="rId8"/>
            </p:custDataLst>
          </p:nvPr>
        </p:nvSpPr>
        <p:spPr>
          <a:xfrm>
            <a:off x="1241425" y="4043680"/>
            <a:ext cx="4526915" cy="1163955"/>
          </a:xfrm>
          <a:prstGeom prst="rect">
            <a:avLst/>
          </a:prstGeom>
          <a:noFill/>
        </p:spPr>
        <p:txBody>
          <a:bodyPr wrap="square" lIns="0" tIns="0" rIns="0" bIns="0" rtlCol="0" anchor="t" anchorCtr="0">
            <a:noAutofit/>
          </a:bodyPr>
          <a:lstStyle/>
          <a:p>
            <a:pPr indent="0" algn="just" fontAlgn="auto">
              <a:lnSpc>
                <a:spcPct val="150000"/>
              </a:lnSpc>
              <a:spcBef>
                <a:spcPts val="0"/>
              </a:spcBef>
              <a:spcAft>
                <a:spcPts val="0"/>
              </a:spcAft>
            </a:pPr>
            <a:r>
              <a:rPr lang="en-US" altLang="zh-CN" sz="1500" kern="0" dirty="0">
                <a:ln>
                  <a:noFill/>
                  <a:prstDash val="sysDot"/>
                </a:ln>
                <a:solidFill>
                  <a:schemeClr val="tx1">
                    <a:lumMod val="85000"/>
                    <a:lumOff val="15000"/>
                  </a:schemeClr>
                </a:solidFill>
                <a:latin typeface="+mn-ea"/>
                <a:sym typeface="+mn-ea"/>
              </a:rPr>
              <a:t>Evaluate the target</a:t>
            </a:r>
            <a:r>
              <a:rPr lang="en-US" altLang="zh-CN" sz="1500"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rPr>
              <a:t>’</a:t>
            </a:r>
            <a:r>
              <a:rPr lang="en-US" altLang="zh-CN" sz="1500" kern="0" dirty="0">
                <a:ln>
                  <a:noFill/>
                  <a:prstDash val="sysDot"/>
                </a:ln>
                <a:solidFill>
                  <a:schemeClr val="tx1">
                    <a:lumMod val="85000"/>
                    <a:lumOff val="15000"/>
                  </a:schemeClr>
                </a:solidFill>
                <a:latin typeface="+mn-ea"/>
                <a:sym typeface="+mn-ea"/>
              </a:rPr>
              <a:t>s spending power by localize the target’s car style.</a:t>
            </a:r>
            <a:endParaRPr lang="en-US" altLang="zh-CN" sz="1500" kern="0" dirty="0">
              <a:ln>
                <a:noFill/>
                <a:prstDash val="sysDot"/>
              </a:ln>
              <a:solidFill>
                <a:schemeClr val="tx1">
                  <a:lumMod val="85000"/>
                  <a:lumOff val="15000"/>
                </a:schemeClr>
              </a:solidFill>
              <a:latin typeface="+mn-ea"/>
              <a:sym typeface="+mn-ea"/>
            </a:endParaRPr>
          </a:p>
        </p:txBody>
      </p:sp>
      <p:sp>
        <p:nvSpPr>
          <p:cNvPr id="45" name="标题"/>
          <p:cNvSpPr txBox="1"/>
          <p:nvPr>
            <p:custDataLst>
              <p:tags r:id="rId9"/>
            </p:custDataLst>
          </p:nvPr>
        </p:nvSpPr>
        <p:spPr>
          <a:xfrm>
            <a:off x="1242695" y="3544570"/>
            <a:ext cx="4526280" cy="440690"/>
          </a:xfrm>
          <a:prstGeom prst="rect">
            <a:avLst/>
          </a:prstGeom>
          <a:noFill/>
        </p:spPr>
        <p:txBody>
          <a:bodyPr wrap="square" lIns="0" tIns="0" rIns="0" bIns="71755" rtlCol="0" anchor="b" anchorCtr="0">
            <a:noAutofit/>
          </a:bodyPr>
          <a:lstStyle/>
          <a:p>
            <a:pPr indent="0" algn="l" fontAlgn="auto">
              <a:lnSpc>
                <a:spcPct val="120000"/>
              </a:lnSpc>
            </a:pPr>
            <a:r>
              <a:rPr lang="en-US" altLang="zh-CN" sz="2000" b="1" dirty="0">
                <a:solidFill>
                  <a:schemeClr val="tx1">
                    <a:lumMod val="85000"/>
                    <a:lumOff val="15000"/>
                  </a:schemeClr>
                </a:solidFill>
                <a:uFillTx/>
                <a:latin typeface="+mn-ea"/>
                <a:sym typeface="+mn-ea"/>
              </a:rPr>
              <a:t>Target marketing</a:t>
            </a:r>
            <a:endParaRPr lang="en-US" altLang="zh-CN" sz="2000" b="1" dirty="0">
              <a:solidFill>
                <a:schemeClr val="tx1">
                  <a:lumMod val="85000"/>
                  <a:lumOff val="15000"/>
                </a:schemeClr>
              </a:solidFill>
              <a:uFillTx/>
              <a:latin typeface="+mn-ea"/>
              <a:sym typeface="+mn-ea"/>
            </a:endParaRPr>
          </a:p>
        </p:txBody>
      </p:sp>
      <p:sp>
        <p:nvSpPr>
          <p:cNvPr id="53" name="圆角矩形 52"/>
          <p:cNvSpPr>
            <a:spLocks noChangeAspect="1"/>
          </p:cNvSpPr>
          <p:nvPr>
            <p:custDataLst>
              <p:tags r:id="rId10"/>
            </p:custDataLst>
          </p:nvPr>
        </p:nvSpPr>
        <p:spPr>
          <a:xfrm>
            <a:off x="603885" y="3544570"/>
            <a:ext cx="469265" cy="467995"/>
          </a:xfrm>
          <a:prstGeom prst="roundRect">
            <a:avLst>
              <a:gd name="adj" fmla="val 10363"/>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2000" b="1">
              <a:latin typeface="+mn-ea"/>
              <a:cs typeface="微软雅黑" panose="020B0503020204020204" charset="-122"/>
              <a:sym typeface="+mn-ea"/>
            </a:endParaRPr>
          </a:p>
        </p:txBody>
      </p:sp>
      <p:pic>
        <p:nvPicPr>
          <p:cNvPr id="54" name="图片 53" descr="32313538333935363b32313538333934373bcec4bcfebcd0"/>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12470" y="3644900"/>
            <a:ext cx="252095" cy="252095"/>
          </a:xfrm>
          <a:prstGeom prst="rect">
            <a:avLst/>
          </a:prstGeom>
        </p:spPr>
      </p:pic>
      <p:sp>
        <p:nvSpPr>
          <p:cNvPr id="12" name="标题"/>
          <p:cNvSpPr txBox="1"/>
          <p:nvPr>
            <p:custDataLst>
              <p:tags r:id="rId14"/>
            </p:custDataLst>
          </p:nvPr>
        </p:nvSpPr>
        <p:spPr>
          <a:xfrm>
            <a:off x="1242060" y="4926330"/>
            <a:ext cx="4526280" cy="440690"/>
          </a:xfrm>
          <a:prstGeom prst="rect">
            <a:avLst/>
          </a:prstGeom>
          <a:noFill/>
        </p:spPr>
        <p:txBody>
          <a:bodyPr wrap="square" lIns="0" tIns="0" rIns="0" bIns="71755" rtlCol="0" anchor="b" anchorCtr="0">
            <a:noAutofit/>
          </a:bodyPr>
          <a:lstStyle/>
          <a:p>
            <a:pPr indent="0" algn="l" fontAlgn="auto">
              <a:lnSpc>
                <a:spcPct val="120000"/>
              </a:lnSpc>
            </a:pPr>
            <a:r>
              <a:rPr lang="en-US" altLang="zh-CN" sz="2000" b="1" dirty="0">
                <a:solidFill>
                  <a:schemeClr val="tx1">
                    <a:lumMod val="85000"/>
                    <a:lumOff val="15000"/>
                  </a:schemeClr>
                </a:solidFill>
                <a:uFillTx/>
                <a:latin typeface="+mn-ea"/>
                <a:sym typeface="+mn-ea"/>
              </a:rPr>
              <a:t>Forencis search</a:t>
            </a:r>
            <a:endParaRPr lang="en-US" altLang="zh-CN" sz="2000" b="1" dirty="0">
              <a:solidFill>
                <a:schemeClr val="tx1">
                  <a:lumMod val="85000"/>
                  <a:lumOff val="15000"/>
                </a:schemeClr>
              </a:solidFill>
              <a:uFillTx/>
              <a:latin typeface="+mn-ea"/>
              <a:sym typeface="+mn-ea"/>
            </a:endParaRPr>
          </a:p>
        </p:txBody>
      </p:sp>
      <p:sp>
        <p:nvSpPr>
          <p:cNvPr id="13" name="圆角矩形 12"/>
          <p:cNvSpPr>
            <a:spLocks noChangeAspect="1"/>
          </p:cNvSpPr>
          <p:nvPr>
            <p:custDataLst>
              <p:tags r:id="rId15"/>
            </p:custDataLst>
          </p:nvPr>
        </p:nvSpPr>
        <p:spPr>
          <a:xfrm>
            <a:off x="495300" y="4818380"/>
            <a:ext cx="469265" cy="467995"/>
          </a:xfrm>
          <a:prstGeom prst="roundRect">
            <a:avLst>
              <a:gd name="adj" fmla="val 10363"/>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2000" b="1">
              <a:latin typeface="+mn-ea"/>
              <a:cs typeface="微软雅黑" panose="020B0503020204020204" charset="-122"/>
              <a:sym typeface="+mn-ea"/>
            </a:endParaRPr>
          </a:p>
        </p:txBody>
      </p:sp>
      <p:pic>
        <p:nvPicPr>
          <p:cNvPr id="14" name="图片 13" descr="32313538333935363b32313538333934333bb6d4bbb0"/>
          <p:cNvPicPr>
            <a:picLocks noChangeAspect="1"/>
          </p:cNvPicPr>
          <p:nvPr>
            <p:custDataLst>
              <p:tags r:id="rId16"/>
            </p:custDataLst>
          </p:nvPr>
        </p:nvPicPr>
        <p:blipFill>
          <a:blip r:embed="rId6">
            <a:extLst>
              <a:ext uri="{96DAC541-7B7A-43D3-8B79-37D633B846F1}">
                <asvg:svgBlip xmlns:asvg="http://schemas.microsoft.com/office/drawing/2016/SVG/main" r:embed="rId7"/>
              </a:ext>
            </a:extLst>
          </a:blip>
          <a:stretch>
            <a:fillRect/>
          </a:stretch>
        </p:blipFill>
        <p:spPr>
          <a:xfrm>
            <a:off x="603885" y="4926330"/>
            <a:ext cx="252095" cy="241935"/>
          </a:xfrm>
          <a:prstGeom prst="rect">
            <a:avLst/>
          </a:prstGeom>
        </p:spPr>
      </p:pic>
      <p:sp>
        <p:nvSpPr>
          <p:cNvPr id="18" name="正文"/>
          <p:cNvSpPr txBox="1"/>
          <p:nvPr>
            <p:custDataLst>
              <p:tags r:id="rId17"/>
            </p:custDataLst>
          </p:nvPr>
        </p:nvSpPr>
        <p:spPr>
          <a:xfrm>
            <a:off x="1242695" y="5467985"/>
            <a:ext cx="4526915" cy="1163955"/>
          </a:xfrm>
          <a:prstGeom prst="rect">
            <a:avLst/>
          </a:prstGeom>
          <a:noFill/>
        </p:spPr>
        <p:txBody>
          <a:bodyPr wrap="square" lIns="0" tIns="0" rIns="0" bIns="0" rtlCol="0" anchor="t" anchorCtr="0">
            <a:noAutofit/>
          </a:bodyPr>
          <a:lstStyle/>
          <a:p>
            <a:pPr indent="0" algn="just" fontAlgn="auto">
              <a:lnSpc>
                <a:spcPct val="150000"/>
              </a:lnSpc>
              <a:spcBef>
                <a:spcPts val="0"/>
              </a:spcBef>
              <a:spcAft>
                <a:spcPts val="0"/>
              </a:spcAft>
            </a:pPr>
            <a:r>
              <a:rPr lang="en-US" altLang="zh-CN" sz="1500" kern="0" dirty="0">
                <a:ln>
                  <a:noFill/>
                  <a:prstDash val="sysDot"/>
                </a:ln>
                <a:solidFill>
                  <a:schemeClr val="tx1">
                    <a:lumMod val="85000"/>
                    <a:lumOff val="15000"/>
                  </a:schemeClr>
                </a:solidFill>
                <a:latin typeface="+mn-ea"/>
                <a:sym typeface="+mn-ea"/>
              </a:rPr>
              <a:t>For witness, memorize the color and format of vehicle is easier than whole lisence plate.</a:t>
            </a:r>
            <a:endParaRPr lang="en-US" altLang="zh-CN" sz="1500" kern="0" dirty="0">
              <a:ln>
                <a:noFill/>
                <a:prstDash val="sysDot"/>
              </a:ln>
              <a:solidFill>
                <a:schemeClr val="tx1">
                  <a:lumMod val="85000"/>
                  <a:lumOff val="15000"/>
                </a:schemeClr>
              </a:solidFill>
              <a:latin typeface="+mn-ea"/>
              <a:sym typeface="+mn-ea"/>
            </a:endParaRPr>
          </a:p>
        </p:txBody>
      </p:sp>
      <p:pic>
        <p:nvPicPr>
          <p:cNvPr id="19" name="图片 18"/>
          <p:cNvPicPr/>
          <p:nvPr/>
        </p:nvPicPr>
        <p:blipFill>
          <a:blip r:embed="rId18"/>
          <a:stretch>
            <a:fillRect/>
          </a:stretch>
        </p:blipFill>
        <p:spPr>
          <a:xfrm>
            <a:off x="8449310" y="1470660"/>
            <a:ext cx="3124835" cy="2186305"/>
          </a:xfrm>
          <a:prstGeom prst="rect">
            <a:avLst/>
          </a:prstGeom>
        </p:spPr>
      </p:pic>
      <p:pic>
        <p:nvPicPr>
          <p:cNvPr id="20" name="图片 19"/>
          <p:cNvPicPr/>
          <p:nvPr/>
        </p:nvPicPr>
        <p:blipFill>
          <a:blip r:embed="rId19"/>
          <a:stretch>
            <a:fillRect/>
          </a:stretch>
        </p:blipFill>
        <p:spPr>
          <a:xfrm>
            <a:off x="6538595" y="4231005"/>
            <a:ext cx="4818380" cy="1805305"/>
          </a:xfrm>
          <a:prstGeom prst="rect">
            <a:avLst/>
          </a:prstGeom>
        </p:spPr>
      </p:pic>
    </p:spTree>
    <p:custDataLst>
      <p:tags r:id="rId20"/>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en-US" altLang="zh-CN"/>
              <a:t>Benefits of a proposed solution.</a:t>
            </a:r>
            <a:endParaRPr lang="en-US" altLang="zh-CN"/>
          </a:p>
        </p:txBody>
      </p:sp>
      <p:sp>
        <p:nvSpPr>
          <p:cNvPr id="55" name="椭圆 54"/>
          <p:cNvSpPr/>
          <p:nvPr>
            <p:custDataLst>
              <p:tags r:id="rId2"/>
            </p:custDataLst>
          </p:nvPr>
        </p:nvSpPr>
        <p:spPr>
          <a:xfrm>
            <a:off x="251612" y="2414269"/>
            <a:ext cx="3517135" cy="3517135"/>
          </a:xfrm>
          <a:prstGeom prst="ellipse">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mj-ea"/>
              <a:ea typeface="+mj-ea"/>
            </a:endParaRPr>
          </a:p>
        </p:txBody>
      </p:sp>
      <p:sp>
        <p:nvSpPr>
          <p:cNvPr id="4" name="矩形 3"/>
          <p:cNvSpPr/>
          <p:nvPr>
            <p:custDataLst>
              <p:tags r:id="rId3"/>
            </p:custDataLst>
          </p:nvPr>
        </p:nvSpPr>
        <p:spPr>
          <a:xfrm>
            <a:off x="5379085" y="2413971"/>
            <a:ext cx="6236335" cy="415925"/>
          </a:xfrm>
          <a:prstGeom prst="rect">
            <a:avLst/>
          </a:prstGeom>
          <a:noFill/>
          <a:ln>
            <a:noFill/>
          </a:ln>
        </p:spPr>
        <p:txBody>
          <a:bodyPr wrap="square" lIns="0" tIns="0" rIns="0" bIns="0" rtlCol="0" anchor="b" anchorCtr="0">
            <a:noAutofit/>
          </a:bodyPr>
          <a:p>
            <a:pPr algn="just">
              <a:spcBef>
                <a:spcPct val="0"/>
              </a:spcBef>
              <a:spcAft>
                <a:spcPct val="0"/>
              </a:spcAft>
              <a:buClr>
                <a:srgbClr val="000000"/>
              </a:buClr>
              <a:buSzPct val="70000"/>
            </a:pPr>
            <a:r>
              <a:rPr lang="en-US" altLang="zh-CN" sz="2500" b="1">
                <a:solidFill>
                  <a:schemeClr val="accent1"/>
                </a:solidFill>
                <a:latin typeface="+mn-ea"/>
                <a:cs typeface="+mn-ea"/>
              </a:rPr>
              <a:t>Why replace car style instead of car model</a:t>
            </a:r>
            <a:endParaRPr lang="en-US" altLang="zh-CN" sz="2500" b="1">
              <a:solidFill>
                <a:schemeClr val="accent1"/>
              </a:solidFill>
              <a:latin typeface="+mn-ea"/>
              <a:cs typeface="+mn-ea"/>
            </a:endParaRPr>
          </a:p>
        </p:txBody>
      </p:sp>
      <p:pic>
        <p:nvPicPr>
          <p:cNvPr id="5" name="图片 4"/>
          <p:cNvPicPr>
            <a:picLocks noChangeAspect="1"/>
          </p:cNvPicPr>
          <p:nvPr/>
        </p:nvPicPr>
        <p:blipFill>
          <a:blip r:embed="rId4"/>
          <a:stretch>
            <a:fillRect/>
          </a:stretch>
        </p:blipFill>
        <p:spPr>
          <a:xfrm>
            <a:off x="251460" y="2414270"/>
            <a:ext cx="4845050" cy="2764790"/>
          </a:xfrm>
          <a:prstGeom prst="rect">
            <a:avLst/>
          </a:prstGeom>
        </p:spPr>
      </p:pic>
      <p:sp>
        <p:nvSpPr>
          <p:cNvPr id="15" name="文本框 14"/>
          <p:cNvSpPr txBox="1"/>
          <p:nvPr/>
        </p:nvSpPr>
        <p:spPr>
          <a:xfrm>
            <a:off x="5379085" y="2959735"/>
            <a:ext cx="6236970" cy="2971800"/>
          </a:xfrm>
          <a:prstGeom prst="rect">
            <a:avLst/>
          </a:prstGeom>
          <a:noFill/>
        </p:spPr>
        <p:txBody>
          <a:bodyPr wrap="square" rtlCol="0">
            <a:noAutofit/>
          </a:bodyPr>
          <a:p>
            <a:r>
              <a:rPr lang="en-US" altLang="zh-CN" sz="2800"/>
              <a:t>1) The style of car are less than car model.</a:t>
            </a:r>
            <a:endParaRPr lang="en-US" altLang="zh-CN" sz="2800"/>
          </a:p>
          <a:p>
            <a:r>
              <a:rPr lang="en-US" altLang="zh-CN" sz="2800"/>
              <a:t>2) The car model will increase day by day, but the variation of number of style is rare.</a:t>
            </a:r>
            <a:endParaRPr lang="en-US" altLang="zh-CN" sz="2800"/>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p:cNvSpPr>
            <a:spLocks noGrp="1"/>
          </p:cNvSpPr>
          <p:nvPr>
            <p:ph type="title"/>
            <p:custDataLst>
              <p:tags r:id="rId1"/>
            </p:custDataLst>
          </p:nvPr>
        </p:nvSpPr>
        <p:spPr/>
        <p:txBody>
          <a:bodyPr/>
          <a:lstStyle/>
          <a:p>
            <a:pPr marL="0" indent="0" algn="l">
              <a:lnSpc>
                <a:spcPct val="100000"/>
              </a:lnSpc>
              <a:spcBef>
                <a:spcPts val="0"/>
              </a:spcBef>
              <a:spcAft>
                <a:spcPts val="0"/>
              </a:spcAft>
              <a:buSzPct val="100000"/>
            </a:pPr>
            <a:r>
              <a:rPr lang="en-US" altLang="zh-CN" dirty="0">
                <a:uFillTx/>
                <a:sym typeface="+mn-ea"/>
              </a:rPr>
              <a:t>Proposed Method</a:t>
            </a:r>
            <a:endParaRPr lang="en-US" altLang="zh-CN" sz="6000"/>
          </a:p>
        </p:txBody>
      </p:sp>
      <p:sp>
        <p:nvSpPr>
          <p:cNvPr id="6" name="节编号"/>
          <p:cNvSpPr>
            <a:spLocks noGrp="1"/>
          </p:cNvSpPr>
          <p:nvPr>
            <p:ph type="body" sz="quarter" idx="13"/>
            <p:custDataLst>
              <p:tags r:id="rId2"/>
            </p:custDataLst>
          </p:nvPr>
        </p:nvSpPr>
        <p:spPr/>
        <p:txBody>
          <a:bodyPr>
            <a:normAutofit lnSpcReduction="20000"/>
          </a:bodyPr>
          <a:lstStyle/>
          <a:p>
            <a:r>
              <a:rPr lang="en-US" altLang="zh-CN"/>
              <a:t>PART 02</a:t>
            </a:r>
            <a:endParaRPr lang="en-US" altLang="zh-CN"/>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lnSpcReduction="10000"/>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accent1"/>
                </a:solidFill>
              </a:rPr>
              <a:t>Obatain the useful dataset : standford cars,=</a:t>
            </a:r>
            <a:endParaRPr lang="en-US" altLang="zh-CN">
              <a:solidFill>
                <a:schemeClr val="accent1"/>
              </a:solidFill>
            </a:endParaRPr>
          </a:p>
          <a:p>
            <a:r>
              <a:rPr lang="en-US" altLang="zh-CN">
                <a:solidFill>
                  <a:schemeClr val="accent1"/>
                </a:solidFill>
              </a:rPr>
              <a:t>Find the correspond model: </a:t>
            </a:r>
            <a:endParaRPr lang="en-US" altLang="zh-CN">
              <a:solidFill>
                <a:schemeClr val="accent1"/>
              </a:solidFill>
            </a:endParaRPr>
          </a:p>
          <a:p>
            <a:pPr marL="742950" lvl="1" indent="-285750"/>
            <a:r>
              <a:rPr lang="en-US" altLang="zh-CN">
                <a:solidFill>
                  <a:schemeClr val="accent1"/>
                </a:solidFill>
              </a:rPr>
              <a:t>1) CLIP: Learns by matching images to captions (Vision-Language). </a:t>
            </a:r>
            <a:endParaRPr lang="en-US" altLang="zh-CN">
              <a:solidFill>
                <a:schemeClr val="accent1"/>
              </a:solidFill>
            </a:endParaRPr>
          </a:p>
          <a:p>
            <a:pPr marL="914400" lvl="2" indent="0">
              <a:buNone/>
            </a:pPr>
            <a:r>
              <a:rPr lang="en-US" altLang="zh-CN">
                <a:solidFill>
                  <a:schemeClr val="accent1"/>
                </a:solidFill>
              </a:rPr>
              <a:t>used in: generate soft label(based on user prompts), feature extraction (512 dimension)</a:t>
            </a:r>
            <a:endParaRPr lang="en-US" altLang="zh-CN">
              <a:solidFill>
                <a:schemeClr val="accent1"/>
              </a:solidFill>
            </a:endParaRPr>
          </a:p>
          <a:p>
            <a:pPr marL="742950" lvl="1" indent="-285750"/>
            <a:r>
              <a:rPr lang="en-US" altLang="zh-CN">
                <a:solidFill>
                  <a:schemeClr val="accent1"/>
                </a:solidFill>
              </a:rPr>
              <a:t>2)DINOv2: Self-Supervised: Learns by looking at images alone and finding internal patterns.</a:t>
            </a:r>
            <a:endParaRPr lang="en-US" altLang="zh-CN">
              <a:solidFill>
                <a:schemeClr val="accent1"/>
              </a:solidFill>
            </a:endParaRPr>
          </a:p>
          <a:p>
            <a:pPr marL="457200" lvl="3" indent="457200">
              <a:buNone/>
            </a:pPr>
            <a:r>
              <a:rPr lang="en-US" altLang="zh-CN">
                <a:solidFill>
                  <a:schemeClr val="accent1"/>
                </a:solidFill>
                <a:sym typeface="+mn-ea"/>
              </a:rPr>
              <a:t>used in:  feature extraction (768 dimension)</a:t>
            </a:r>
            <a:endParaRPr lang="en-US" altLang="zh-CN">
              <a:solidFill>
                <a:schemeClr val="accent1"/>
              </a:solidFill>
            </a:endParaRPr>
          </a:p>
          <a:p>
            <a:pPr marL="742950" lvl="1" indent="-285750"/>
            <a:r>
              <a:rPr lang="en-US" altLang="zh-CN">
                <a:solidFill>
                  <a:schemeClr val="accent1"/>
                </a:solidFill>
              </a:rPr>
              <a:t>3)ResNet50: Supervised: Learns from images with strict human labels </a:t>
            </a:r>
            <a:endParaRPr lang="en-US" altLang="zh-CN">
              <a:solidFill>
                <a:schemeClr val="accent1"/>
              </a:solidFill>
            </a:endParaRPr>
          </a:p>
          <a:p>
            <a:pPr marL="457200" lvl="1" indent="457200">
              <a:buNone/>
            </a:pPr>
            <a:r>
              <a:rPr lang="en-US" altLang="zh-CN">
                <a:solidFill>
                  <a:schemeClr val="accent1"/>
                </a:solidFill>
                <a:sym typeface="+mn-ea"/>
              </a:rPr>
              <a:t>used in:  feature extraction (2048 dimension)</a:t>
            </a:r>
            <a:endParaRPr lang="en-US" altLang="zh-CN">
              <a:solidFill>
                <a:schemeClr val="accent1"/>
              </a:solidFill>
            </a:endParaRPr>
          </a:p>
          <a:p>
            <a:pPr marL="228600" lvl="0" indent="-228600">
              <a:buFont typeface="Arial" panose="020B0604020202020204" pitchFamily="34" charset="0"/>
              <a:buChar char="●"/>
            </a:pPr>
            <a:r>
              <a:rPr lang="en-US" altLang="zh-CN">
                <a:solidFill>
                  <a:schemeClr val="accent1"/>
                </a:solidFill>
              </a:rPr>
              <a:t>Clustering:</a:t>
            </a:r>
            <a:endParaRPr lang="en-US" altLang="zh-CN">
              <a:solidFill>
                <a:schemeClr val="accent1"/>
              </a:solidFill>
            </a:endParaRPr>
          </a:p>
          <a:p>
            <a:pPr marL="742950" lvl="1" indent="-285750">
              <a:buFont typeface="Arial" panose="020B0604020202020204" pitchFamily="34" charset="0"/>
              <a:buChar char="●"/>
            </a:pPr>
            <a:r>
              <a:rPr lang="en-US" altLang="zh-CN">
                <a:solidFill>
                  <a:schemeClr val="accent1"/>
                </a:solidFill>
              </a:rPr>
              <a:t>Kmeans: tries to find the "center" of a group</a:t>
            </a:r>
            <a:endParaRPr lang="en-US" altLang="zh-CN">
              <a:solidFill>
                <a:schemeClr val="accent1"/>
              </a:solidFill>
            </a:endParaRPr>
          </a:p>
          <a:p>
            <a:pPr marL="742950" lvl="1" indent="-285750">
              <a:buFont typeface="Arial" panose="020B0604020202020204" pitchFamily="34" charset="0"/>
              <a:buChar char="●"/>
            </a:pPr>
            <a:r>
              <a:rPr lang="en-US" altLang="zh-CN">
                <a:solidFill>
                  <a:schemeClr val="accent1"/>
                </a:solidFill>
              </a:rPr>
              <a:t>DBSCA:  looks for "crowds." It connects points that are close to many other points and ignores the loners.</a:t>
            </a:r>
            <a:endParaRPr lang="en-US" altLang="zh-CN">
              <a:solidFill>
                <a:schemeClr val="accent1"/>
              </a:solidFill>
            </a:endParaRPr>
          </a:p>
          <a:p>
            <a:pPr marL="742950" lvl="1" indent="-285750">
              <a:buFont typeface="Arial" panose="020B0604020202020204" pitchFamily="34" charset="0"/>
              <a:buChar char="●"/>
            </a:pPr>
            <a:endParaRPr lang="en-US" altLang="zh-CN">
              <a:solidFill>
                <a:schemeClr val="accent1"/>
              </a:solidFill>
            </a:endParaRPr>
          </a:p>
          <a:p>
            <a:pPr lvl="1"/>
            <a:endParaRPr lang="en-US" altLang="zh-CN">
              <a:solidFill>
                <a:schemeClr val="accent1"/>
              </a:solidFill>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Approach to the solution - part 1</a:t>
            </a:r>
            <a:endParaRPr lang="en-US" altLang="zh-CN" dirty="0">
              <a:sym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Visualization:</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Grad-cam: use to see  which region our model is concern about.</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UMAP visualizzation: project the feature vectors on the 2D map to see</a:t>
            </a:r>
            <a:endParaRPr lang="en-US" altLang="zh-CN" sz="1800">
              <a:solidFill>
                <a:schemeClr val="accent1"/>
              </a:solidFill>
              <a:sym typeface="+mn-ea"/>
            </a:endParaRPr>
          </a:p>
          <a:p>
            <a:pPr marL="1657350" lvl="3" indent="-285750">
              <a:buFont typeface="Arial" panose="020B0604020202020204" pitchFamily="34" charset="0"/>
              <a:buChar char="●"/>
            </a:pPr>
            <a:r>
              <a:rPr lang="en-US" altLang="zh-CN" sz="1575">
                <a:solidFill>
                  <a:schemeClr val="accent1"/>
                </a:solidFill>
                <a:sym typeface="+mn-ea"/>
              </a:rPr>
              <a:t>Cluster validity: If the cluster generated is good enough or not </a:t>
            </a:r>
            <a:endParaRPr lang="en-US" altLang="zh-CN" sz="1575">
              <a:solidFill>
                <a:schemeClr val="accent1"/>
              </a:solidFill>
              <a:sym typeface="+mn-ea"/>
            </a:endParaRPr>
          </a:p>
          <a:p>
            <a:pPr marL="1657350" lvl="3" indent="-285750">
              <a:buFont typeface="Arial" panose="020B0604020202020204" pitchFamily="34" charset="0"/>
              <a:buChar char="●"/>
            </a:pPr>
            <a:r>
              <a:rPr lang="en-US" altLang="zh-CN" sz="1575">
                <a:solidFill>
                  <a:schemeClr val="accent1"/>
                </a:solidFill>
                <a:sym typeface="+mn-ea"/>
              </a:rPr>
              <a:t>Compare models: by looking the umap</a:t>
            </a:r>
            <a:endParaRPr lang="en-US" altLang="zh-CN" sz="1575">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Prototype anal</a:t>
            </a:r>
            <a:r>
              <a:rPr lang="en-US" altLang="zh-CN" sz="1800">
                <a:solidFill>
                  <a:schemeClr val="accent1"/>
                </a:solidFill>
                <a:sym typeface="+mn-ea"/>
              </a:rPr>
              <a:t>ysis</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Approach to the solution - part 2</a:t>
            </a:r>
            <a:endParaRPr lang="en-US" altLang="zh-CN" dirty="0">
              <a:sym typeface="+mn-ea"/>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anose="05000000000000000000" charset="0"/>
              <a:buChar char="l"/>
            </a:pPr>
            <a:r>
              <a:rPr lang="en-US" altLang="zh-CN" sz="1800">
                <a:solidFill>
                  <a:schemeClr val="accent1"/>
                </a:solidFill>
                <a:sym typeface="+mn-ea"/>
              </a:rPr>
              <a:t> Clustering phase:</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Q1: The feature vector is too big</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A1: Use dimension reduction before clustering (PCA and UMAP)</a:t>
            </a:r>
            <a:endParaRPr lang="en-US" altLang="zh-CN" sz="1800">
              <a:solidFill>
                <a:schemeClr val="accent1"/>
              </a:solidFill>
              <a:sym typeface="+mn-ea"/>
            </a:endParaRPr>
          </a:p>
          <a:p>
            <a:pPr marL="1600200" lvl="3" indent="-228600">
              <a:buFont typeface="Wingdings" panose="05000000000000000000" charset="0"/>
              <a:buChar char="l"/>
            </a:pPr>
            <a:r>
              <a:rPr lang="en-US" altLang="zh-CN" sz="1575">
                <a:solidFill>
                  <a:schemeClr val="accent1"/>
                </a:solidFill>
                <a:sym typeface="+mn-ea"/>
              </a:rPr>
              <a:t>Princile component analysis -&gt; fast reduction</a:t>
            </a:r>
            <a:endParaRPr lang="en-US" altLang="zh-CN" sz="1575">
              <a:solidFill>
                <a:schemeClr val="accent1"/>
              </a:solidFill>
              <a:sym typeface="+mn-ea"/>
            </a:endParaRPr>
          </a:p>
          <a:p>
            <a:pPr marL="1600200" lvl="3" indent="-228600">
              <a:buFont typeface="Wingdings" panose="05000000000000000000" charset="0"/>
              <a:buChar char="l"/>
            </a:pPr>
            <a:r>
              <a:rPr lang="en-US" altLang="zh-CN" sz="1575">
                <a:solidFill>
                  <a:schemeClr val="accent1"/>
                </a:solidFill>
                <a:sym typeface="+mn-ea"/>
              </a:rPr>
              <a:t>Uniform Manifold Approximation and Projection -&gt; reduction but preserve local structure</a:t>
            </a:r>
            <a:endParaRPr lang="en-US" altLang="zh-CN" sz="1575">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Q2: For Kmeans, the N. of cluster(k) should be preset, how to decide the k?</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A2: Use elbow law</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Q3: For DBSCAN need find a Epsilon which the distance of point within cluster is near, and the distance between noise point is far away</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A3:K-Distance Graph: compute the k-neast distance for all point, them sort them and find the knee point. </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Computational challenges faced - part 1</a:t>
            </a:r>
            <a:endParaRPr lang="en-US" altLang="zh-CN" dirty="0">
              <a:sym typeface="+mn-ea"/>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anose="05000000000000000000" charset="0"/>
              <a:buChar char="l"/>
            </a:pPr>
            <a:r>
              <a:rPr lang="en-US" altLang="zh-CN" sz="1800">
                <a:solidFill>
                  <a:schemeClr val="accent1"/>
                </a:solidFill>
                <a:sym typeface="+mn-ea"/>
              </a:rPr>
              <a:t> Comparison between model cluster with prompt generated cluster:</a:t>
            </a:r>
            <a:endParaRPr lang="en-US" altLang="zh-CN" sz="1800">
              <a:solidFill>
                <a:schemeClr val="accent1"/>
              </a:solidFill>
              <a:sym typeface="+mn-ea"/>
            </a:endParaRPr>
          </a:p>
          <a:p>
            <a:pPr lvl="2">
              <a:buFont typeface="Wingdings" panose="05000000000000000000" charset="0"/>
              <a:buChar char="l"/>
            </a:pPr>
            <a:r>
              <a:rPr lang="en-US" altLang="zh-CN" sz="1800">
                <a:solidFill>
                  <a:schemeClr val="accent1"/>
                </a:solidFill>
                <a:sym typeface="+mn-ea"/>
              </a:rPr>
              <a:t>Simply calculate the mean style probabilities of images within same cluster, then set a threshold, for those higher than </a:t>
            </a:r>
            <a:r>
              <a:rPr lang="en-US" altLang="zh-CN" sz="1800">
                <a:solidFill>
                  <a:schemeClr val="accent1"/>
                </a:solidFill>
                <a:sym typeface="+mn-ea"/>
              </a:rPr>
              <a:t>threshold will be considere the style of the cluster.</a:t>
            </a:r>
            <a:endParaRPr lang="en-US" altLang="zh-CN" sz="1800">
              <a:solidFill>
                <a:schemeClr val="accent1"/>
              </a:solidFill>
              <a:sym typeface="+mn-ea"/>
            </a:endParaRPr>
          </a:p>
          <a:p>
            <a:pPr lvl="2">
              <a:buFont typeface="Wingdings" panose="05000000000000000000" charset="0"/>
              <a:buChar char="l"/>
            </a:pPr>
            <a:r>
              <a:rPr lang="en-US" altLang="zh-CN" sz="1800">
                <a:solidFill>
                  <a:schemeClr val="accent1"/>
                </a:solidFill>
                <a:sym typeface="+mn-ea"/>
              </a:rPr>
              <a:t>Save the set for further comparison of prompt engeneering.</a:t>
            </a:r>
            <a:endParaRPr lang="en-US" altLang="zh-CN" sz="1800">
              <a:solidFill>
                <a:schemeClr val="accent1"/>
              </a:solidFill>
              <a:sym typeface="+mn-ea"/>
            </a:endParaRPr>
          </a:p>
          <a:p>
            <a:pPr marL="685800" lvl="1" indent="-228600">
              <a:buFont typeface="Wingdings" panose="05000000000000000000" charset="0"/>
              <a:buChar char="l"/>
            </a:pPr>
            <a:r>
              <a:rPr lang="en-US" altLang="zh-CN" sz="1800">
                <a:solidFill>
                  <a:schemeClr val="accent1"/>
                </a:solidFill>
                <a:sym typeface="+mn-ea"/>
              </a:rPr>
              <a:t>Visualization phase:</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UMAP visualization: dimension reduction of feature vector to 2D</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Prototype analysis: find centroid then extract the three centroid-nearst images from cluster for grad-cam analysis and comparison.</a:t>
            </a:r>
            <a:endParaRPr lang="en-US" altLang="zh-CN" sz="1800">
              <a:solidFill>
                <a:schemeClr val="accent1"/>
              </a:solidFill>
              <a:sym typeface="+mn-ea"/>
            </a:endParaRPr>
          </a:p>
          <a:p>
            <a:pPr marL="1143000" lvl="2" indent="-228600">
              <a:buFont typeface="Wingdings" panose="05000000000000000000" charset="0"/>
              <a:buChar char="l"/>
            </a:pPr>
            <a:r>
              <a:rPr lang="en-US" altLang="zh-CN" sz="1800">
                <a:solidFill>
                  <a:schemeClr val="accent1"/>
                </a:solidFill>
                <a:sym typeface="+mn-ea"/>
              </a:rPr>
              <a:t>Grad-cam: a variation, use feature activations of penultimate layer of each model, then for every image compute the cosine-similarity score(as importance Weights) between feature map value with centroid of image, finally project this on the image.</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Computational challenges faced - part 2</a:t>
            </a:r>
            <a:endParaRPr lang="en-US" altLang="zh-CN" dirty="0">
              <a:sym typeface="+mn-ea"/>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p:cNvSpPr>
            <a:spLocks noGrp="1"/>
          </p:cNvSpPr>
          <p:nvPr>
            <p:ph type="title"/>
            <p:custDataLst>
              <p:tags r:id="rId1"/>
            </p:custDataLst>
          </p:nvPr>
        </p:nvSpPr>
        <p:spPr/>
        <p:txBody>
          <a:bodyPr/>
          <a:lstStyle/>
          <a:p>
            <a:pPr marL="0" indent="0" algn="l">
              <a:lnSpc>
                <a:spcPct val="100000"/>
              </a:lnSpc>
              <a:spcBef>
                <a:spcPts val="0"/>
              </a:spcBef>
              <a:spcAft>
                <a:spcPts val="0"/>
              </a:spcAft>
              <a:buSzPct val="100000"/>
            </a:pPr>
            <a:r>
              <a:rPr lang="en-US" altLang="zh-CN" sz="6000"/>
              <a:t>Experimental Results</a:t>
            </a:r>
            <a:endParaRPr lang="en-US" altLang="zh-CN" sz="6000"/>
          </a:p>
        </p:txBody>
      </p:sp>
      <p:sp>
        <p:nvSpPr>
          <p:cNvPr id="6" name="节编号"/>
          <p:cNvSpPr>
            <a:spLocks noGrp="1"/>
          </p:cNvSpPr>
          <p:nvPr>
            <p:ph type="body" sz="quarter" idx="13"/>
            <p:custDataLst>
              <p:tags r:id="rId2"/>
            </p:custDataLst>
          </p:nvPr>
        </p:nvSpPr>
        <p:spPr/>
        <p:txBody>
          <a:bodyPr>
            <a:normAutofit lnSpcReduction="20000"/>
          </a:bodyPr>
          <a:lstStyle/>
          <a:p>
            <a:r>
              <a:rPr lang="en-US" altLang="zh-CN"/>
              <a:t>PART 03</a:t>
            </a:r>
            <a:endParaRPr lang="en-US" altLang="zh-CN"/>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Before the results discussion, Technologies and versions used :</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CLIP: open_clip with model ViT-B-32 and dataset laion2b_s34b_b79k</a:t>
            </a:r>
            <a:endParaRPr lang="en-US" altLang="zh-CN" sz="1800">
              <a:solidFill>
                <a:schemeClr val="accent1"/>
              </a:solidFill>
              <a:sym typeface="+mn-ea"/>
            </a:endParaRPr>
          </a:p>
          <a:p>
            <a:pPr marL="914400" lvl="2" indent="0">
              <a:buFont typeface="Arial" panose="020B0604020202020204" pitchFamily="34" charset="0"/>
              <a:buNone/>
            </a:pPr>
            <a:r>
              <a:rPr lang="en-US" altLang="zh-CN" sz="1800">
                <a:solidFill>
                  <a:schemeClr val="accent1"/>
                </a:solidFill>
                <a:sym typeface="+mn-ea"/>
              </a:rPr>
              <a:t>    where ViT-B-32: Vision Transformer, Base size, with 32x32 pixel patches.</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DINOv2: used version 'dinov2_vitb14', which is the "standard" balanced choice for most tasks. (Vits14 Fast,Vitl14 High accuracy, vitg14 stand for giant most powerful and consume more resourse)</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ResNet50: Standard version</a:t>
            </a:r>
            <a:endParaRPr lang="en-US" altLang="zh-CN" sz="1800">
              <a:solidFill>
                <a:schemeClr val="accent1"/>
              </a:solidFill>
              <a:sym typeface="+mn-ea"/>
            </a:endParaRPr>
          </a:p>
          <a:p>
            <a:pPr marL="1200150" lvl="2" indent="-285750">
              <a:buFont typeface="Arial" panose="020B0604020202020204" pitchFamily="34" charset="0"/>
              <a:buChar char="●"/>
            </a:pP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In the feature extraction phase, for each model produce a dataframe which contains metadata, feature vector for every image, with CLIP model will also generate a soft label dataframe.</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1</a:t>
            </a:r>
            <a:endParaRPr lang="en-US" altLang="zh-CN" dirty="0">
              <a:sym typeface="+mn-ea"/>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635000" y="1333500"/>
            <a:ext cx="5323840" cy="411303"/>
          </a:xfrm>
        </p:spPr>
        <p:txBody>
          <a:bodyPr>
            <a:normAutofit lnSpcReduction="20000"/>
          </a:bodyPr>
          <a:p>
            <a:r>
              <a:rPr lang="en-US" altLang="zh-CN"/>
              <a:t>Softlabel</a:t>
            </a:r>
            <a:endParaRPr lang="en-US" altLang="zh-CN"/>
          </a:p>
        </p:txBody>
      </p:sp>
      <p:pic>
        <p:nvPicPr>
          <p:cNvPr id="8" name="内容占位符 7"/>
          <p:cNvPicPr>
            <a:picLocks noChangeAspect="1"/>
          </p:cNvPicPr>
          <p:nvPr>
            <p:ph sz="half" idx="2"/>
            <p:custDataLst>
              <p:tags r:id="rId2"/>
            </p:custDataLst>
          </p:nvPr>
        </p:nvPicPr>
        <p:blipFill>
          <a:blip r:embed="rId3"/>
          <a:stretch>
            <a:fillRect/>
          </a:stretch>
        </p:blipFill>
        <p:spPr>
          <a:xfrm>
            <a:off x="635000" y="1840230"/>
            <a:ext cx="5323840" cy="1392555"/>
          </a:xfrm>
          <a:prstGeom prst="rect">
            <a:avLst/>
          </a:prstGeom>
        </p:spPr>
      </p:pic>
      <p:sp>
        <p:nvSpPr>
          <p:cNvPr id="6" name="文本占位符 5"/>
          <p:cNvSpPr>
            <a:spLocks noGrp="1"/>
          </p:cNvSpPr>
          <p:nvPr>
            <p:ph type="body" sz="quarter" idx="3"/>
            <p:custDataLst>
              <p:tags r:id="rId4"/>
            </p:custDataLst>
          </p:nvPr>
        </p:nvSpPr>
        <p:spPr/>
        <p:txBody>
          <a:bodyPr>
            <a:normAutofit fontScale="90000" lnSpcReduction="10000"/>
          </a:bodyPr>
          <a:p>
            <a:r>
              <a:rPr lang="en-US" altLang="zh-CN"/>
              <a:t>CLIP (512 dimension for feature vector)</a:t>
            </a:r>
            <a:endParaRPr lang="en-US" altLang="zh-CN"/>
          </a:p>
        </p:txBody>
      </p:sp>
      <p:pic>
        <p:nvPicPr>
          <p:cNvPr id="9" name="内容占位符 8"/>
          <p:cNvPicPr>
            <a:picLocks noChangeAspect="1"/>
          </p:cNvPicPr>
          <p:nvPr>
            <p:ph sz="quarter" idx="4"/>
            <p:custDataLst>
              <p:tags r:id="rId5"/>
            </p:custDataLst>
          </p:nvPr>
        </p:nvPicPr>
        <p:blipFill>
          <a:blip r:embed="rId6"/>
          <a:stretch>
            <a:fillRect/>
          </a:stretch>
        </p:blipFill>
        <p:spPr>
          <a:xfrm>
            <a:off x="6172200" y="1840230"/>
            <a:ext cx="5323840" cy="1682115"/>
          </a:xfrm>
          <a:prstGeom prst="rect">
            <a:avLst/>
          </a:prstGeom>
        </p:spPr>
      </p:pic>
      <p:sp>
        <p:nvSpPr>
          <p:cNvPr id="2" name="内容占位符 2"/>
          <p:cNvSpPr>
            <a:spLocks noGrp="1"/>
          </p:cNvSpPr>
          <p:nvPr>
            <p:custDataLst>
              <p:tags r:id="rId7"/>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en-US" altLang="zh-CN" sz="1800">
                <a:solidFill>
                  <a:schemeClr val="accent1"/>
                </a:solidFill>
                <a:sym typeface="+mn-ea"/>
              </a:rPr>
              <a:t>单击此处添加文本</a:t>
            </a:r>
            <a:endParaRPr lang="en-US" altLang="zh-CN" sz="1800">
              <a:solidFill>
                <a:schemeClr val="accent1"/>
              </a:solidFill>
              <a:sym typeface="+mn-ea"/>
            </a:endParaRPr>
          </a:p>
        </p:txBody>
      </p:sp>
      <p:sp>
        <p:nvSpPr>
          <p:cNvPr id="5" name="标题 4"/>
          <p:cNvSpPr>
            <a:spLocks noGrp="1"/>
          </p:cNvSpPr>
          <p:nvPr>
            <p:ph type="title"/>
            <p:custDataLst>
              <p:tags r:id="rId8"/>
            </p:custDataLst>
          </p:nvPr>
        </p:nvSpPr>
        <p:spPr/>
        <p:txBody>
          <a:bodyPr vert="horz" wrap="square" lIns="0" tIns="0" rIns="0" bIns="0" rtlCol="0" anchor="b">
            <a:normAutofit/>
          </a:bodyPr>
          <a:lstStyle/>
          <a:p>
            <a:pPr lvl="0" algn="l">
              <a:buClrTx/>
              <a:buSzTx/>
              <a:buFontTx/>
            </a:pPr>
            <a:r>
              <a:rPr lang="en-US" altLang="zh-CN" dirty="0">
                <a:sym typeface="+mn-ea"/>
              </a:rPr>
              <a:t>Results - part 2</a:t>
            </a:r>
            <a:endParaRPr lang="en-US" altLang="zh-CN" dirty="0">
              <a:sym typeface="+mn-ea"/>
            </a:endParaRPr>
          </a:p>
        </p:txBody>
      </p:sp>
      <p:sp>
        <p:nvSpPr>
          <p:cNvPr id="10" name="文本占位符 2"/>
          <p:cNvSpPr>
            <a:spLocks noGrp="1"/>
          </p:cNvSpPr>
          <p:nvPr>
            <p:custDataLst>
              <p:tags r:id="rId9"/>
            </p:custDataLst>
          </p:nvPr>
        </p:nvSpPr>
        <p:spPr>
          <a:xfrm>
            <a:off x="635000" y="3522345"/>
            <a:ext cx="5323840" cy="411303"/>
          </a:xfrm>
          <a:prstGeom prst="rect">
            <a:avLst/>
          </a:prstGeom>
        </p:spPr>
        <p:txBody>
          <a:bodyPr vert="horz" wrap="square" lIns="0" tIns="0" rIns="0" bIns="0" rtlCol="0" anchor="b">
            <a:normAutofit fontScale="80000"/>
          </a:bodyPr>
          <a:lstStyle>
            <a:lvl1pPr marL="0" indent="0" algn="l" defTabSz="914400" rtl="0" eaLnBrk="1" latinLnBrk="0" hangingPunct="1">
              <a:lnSpc>
                <a:spcPct val="13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130000"/>
              </a:lnSpc>
              <a:spcBef>
                <a:spcPts val="0"/>
              </a:spcBef>
              <a:buFont typeface="Arial" panose="020B0604020202020204" pitchFamily="34" charset="0"/>
              <a:buNone/>
              <a:defRPr sz="2000" b="1" kern="1200">
                <a:solidFill>
                  <a:schemeClr val="tx1">
                    <a:lumMod val="65000"/>
                    <a:lumOff val="35000"/>
                  </a:schemeClr>
                </a:solidFill>
                <a:latin typeface="+mn-lt"/>
                <a:ea typeface="+mn-ea"/>
                <a:cs typeface="+mn-cs"/>
              </a:defRPr>
            </a:lvl2pPr>
            <a:lvl3pPr marL="914400" indent="0" algn="l" defTabSz="914400" rtl="0" eaLnBrk="1" latinLnBrk="0" hangingPunct="1">
              <a:lnSpc>
                <a:spcPct val="130000"/>
              </a:lnSpc>
              <a:spcBef>
                <a:spcPts val="0"/>
              </a:spcBef>
              <a:buFont typeface="Arial" panose="020B0604020202020204" pitchFamily="34" charset="0"/>
              <a:buNone/>
              <a:defRPr sz="1800" b="1" kern="1200">
                <a:solidFill>
                  <a:schemeClr val="tx1">
                    <a:lumMod val="65000"/>
                    <a:lumOff val="35000"/>
                  </a:schemeClr>
                </a:solidFill>
                <a:latin typeface="+mn-lt"/>
                <a:ea typeface="+mn-ea"/>
                <a:cs typeface="+mn-cs"/>
              </a:defRPr>
            </a:lvl3pPr>
            <a:lvl4pPr marL="1371600" indent="0" algn="l" defTabSz="914400" rtl="0" eaLnBrk="1" latinLnBrk="0" hangingPunct="1">
              <a:lnSpc>
                <a:spcPct val="130000"/>
              </a:lnSpc>
              <a:spcBef>
                <a:spcPts val="0"/>
              </a:spcBef>
              <a:buFont typeface="Arial" panose="020B0604020202020204" pitchFamily="34" charset="0"/>
              <a:buNone/>
              <a:defRPr sz="1600" b="1" kern="1200">
                <a:solidFill>
                  <a:schemeClr val="tx1">
                    <a:lumMod val="65000"/>
                    <a:lumOff val="35000"/>
                  </a:schemeClr>
                </a:solidFill>
                <a:latin typeface="+mn-lt"/>
                <a:ea typeface="+mn-ea"/>
                <a:cs typeface="+mn-cs"/>
              </a:defRPr>
            </a:lvl4pPr>
            <a:lvl5pPr marL="1828800" indent="0" algn="l" defTabSz="914400" rtl="0" eaLnBrk="1" latinLnBrk="0" hangingPunct="1">
              <a:lnSpc>
                <a:spcPct val="130000"/>
              </a:lnSpc>
              <a:spcBef>
                <a:spcPts val="0"/>
              </a:spcBef>
              <a:buFont typeface="Arial" panose="020B0604020202020204" pitchFamily="34" charset="0"/>
              <a:buNone/>
              <a:defRPr sz="1600" b="1" kern="1200">
                <a:solidFill>
                  <a:schemeClr val="tx1">
                    <a:lumMod val="65000"/>
                    <a:lumOff val="3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CN"/>
              <a:t>DINOv2 (768 dimensions </a:t>
            </a:r>
            <a:r>
              <a:rPr lang="en-US" altLang="zh-CN">
                <a:sym typeface="+mn-ea"/>
              </a:rPr>
              <a:t>for feature vector)</a:t>
            </a:r>
            <a:endParaRPr lang="en-US" altLang="zh-CN"/>
          </a:p>
        </p:txBody>
      </p:sp>
      <p:pic>
        <p:nvPicPr>
          <p:cNvPr id="11" name="图片 10"/>
          <p:cNvPicPr>
            <a:picLocks noChangeAspect="1"/>
          </p:cNvPicPr>
          <p:nvPr/>
        </p:nvPicPr>
        <p:blipFill>
          <a:blip r:embed="rId10"/>
          <a:stretch>
            <a:fillRect/>
          </a:stretch>
        </p:blipFill>
        <p:spPr>
          <a:xfrm>
            <a:off x="501650" y="3992880"/>
            <a:ext cx="5088255" cy="2465705"/>
          </a:xfrm>
          <a:prstGeom prst="rect">
            <a:avLst/>
          </a:prstGeom>
        </p:spPr>
      </p:pic>
      <p:sp>
        <p:nvSpPr>
          <p:cNvPr id="12" name="文本占位符 5"/>
          <p:cNvSpPr>
            <a:spLocks noGrp="1"/>
          </p:cNvSpPr>
          <p:nvPr>
            <p:custDataLst>
              <p:tags r:id="rId11"/>
            </p:custDataLst>
          </p:nvPr>
        </p:nvSpPr>
        <p:spPr>
          <a:xfrm>
            <a:off x="6237605" y="3700780"/>
            <a:ext cx="5323840" cy="411303"/>
          </a:xfrm>
          <a:prstGeom prst="rect">
            <a:avLst/>
          </a:prstGeom>
        </p:spPr>
        <p:txBody>
          <a:bodyPr vert="horz" wrap="square" lIns="0" tIns="0" rIns="0" bIns="0" rtlCol="0" anchor="b">
            <a:normAutofit fontScale="80000"/>
          </a:bodyPr>
          <a:lstStyle>
            <a:lvl1pPr marL="0" indent="0" algn="l" defTabSz="914400" rtl="0" eaLnBrk="1" latinLnBrk="0" hangingPunct="1">
              <a:lnSpc>
                <a:spcPct val="13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130000"/>
              </a:lnSpc>
              <a:spcBef>
                <a:spcPts val="0"/>
              </a:spcBef>
              <a:buFont typeface="Arial" panose="020B0604020202020204" pitchFamily="34" charset="0"/>
              <a:buNone/>
              <a:defRPr sz="2000" b="1" kern="1200">
                <a:solidFill>
                  <a:schemeClr val="tx1">
                    <a:lumMod val="65000"/>
                    <a:lumOff val="35000"/>
                  </a:schemeClr>
                </a:solidFill>
                <a:latin typeface="+mn-lt"/>
                <a:ea typeface="+mn-ea"/>
                <a:cs typeface="+mn-cs"/>
              </a:defRPr>
            </a:lvl2pPr>
            <a:lvl3pPr marL="914400" indent="0" algn="l" defTabSz="914400" rtl="0" eaLnBrk="1" latinLnBrk="0" hangingPunct="1">
              <a:lnSpc>
                <a:spcPct val="130000"/>
              </a:lnSpc>
              <a:spcBef>
                <a:spcPts val="0"/>
              </a:spcBef>
              <a:buFont typeface="Arial" panose="020B0604020202020204" pitchFamily="34" charset="0"/>
              <a:buNone/>
              <a:defRPr sz="1800" b="1" kern="1200">
                <a:solidFill>
                  <a:schemeClr val="tx1">
                    <a:lumMod val="65000"/>
                    <a:lumOff val="35000"/>
                  </a:schemeClr>
                </a:solidFill>
                <a:latin typeface="+mn-lt"/>
                <a:ea typeface="+mn-ea"/>
                <a:cs typeface="+mn-cs"/>
              </a:defRPr>
            </a:lvl3pPr>
            <a:lvl4pPr marL="1371600" indent="0" algn="l" defTabSz="914400" rtl="0" eaLnBrk="1" latinLnBrk="0" hangingPunct="1">
              <a:lnSpc>
                <a:spcPct val="130000"/>
              </a:lnSpc>
              <a:spcBef>
                <a:spcPts val="0"/>
              </a:spcBef>
              <a:buFont typeface="Arial" panose="020B0604020202020204" pitchFamily="34" charset="0"/>
              <a:buNone/>
              <a:defRPr sz="1600" b="1" kern="1200">
                <a:solidFill>
                  <a:schemeClr val="tx1">
                    <a:lumMod val="65000"/>
                    <a:lumOff val="35000"/>
                  </a:schemeClr>
                </a:solidFill>
                <a:latin typeface="+mn-lt"/>
                <a:ea typeface="+mn-ea"/>
                <a:cs typeface="+mn-cs"/>
              </a:defRPr>
            </a:lvl4pPr>
            <a:lvl5pPr marL="1828800" indent="0" algn="l" defTabSz="914400" rtl="0" eaLnBrk="1" latinLnBrk="0" hangingPunct="1">
              <a:lnSpc>
                <a:spcPct val="130000"/>
              </a:lnSpc>
              <a:spcBef>
                <a:spcPts val="0"/>
              </a:spcBef>
              <a:buFont typeface="Arial" panose="020B0604020202020204" pitchFamily="34" charset="0"/>
              <a:buNone/>
              <a:defRPr sz="1600" b="1" kern="1200">
                <a:solidFill>
                  <a:schemeClr val="tx1">
                    <a:lumMod val="65000"/>
                    <a:lumOff val="3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CN"/>
              <a:t>ResNet (2048 dimension for feature vector)</a:t>
            </a:r>
            <a:endParaRPr lang="en-US" altLang="zh-CN"/>
          </a:p>
        </p:txBody>
      </p:sp>
      <p:pic>
        <p:nvPicPr>
          <p:cNvPr id="13" name="图片 12"/>
          <p:cNvPicPr>
            <a:picLocks noChangeAspect="1"/>
          </p:cNvPicPr>
          <p:nvPr/>
        </p:nvPicPr>
        <p:blipFill>
          <a:blip r:embed="rId12"/>
          <a:stretch>
            <a:fillRect/>
          </a:stretch>
        </p:blipFill>
        <p:spPr>
          <a:xfrm>
            <a:off x="6172200" y="4124325"/>
            <a:ext cx="4946015" cy="2334260"/>
          </a:xfrm>
          <a:prstGeom prst="rect">
            <a:avLst/>
          </a:prstGeom>
        </p:spPr>
      </p:pic>
    </p:spTree>
    <p:custDataLst>
      <p:tags r:id="rId1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Clustering phase:</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The dimension of feature vector is too bigger, to process the clustering the dimention reduction is required, using PCA for fast reduction to 50 dimension, then use UMAP reduction to reduce the feature vector to 10.</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For Kmeans find the knee point in elbow law, used kneelocator of library knee to find the knee point automatically.</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3</a:t>
            </a:r>
            <a:endParaRPr lang="en-US" altLang="zh-CN" dirty="0">
              <a:sym typeface="+mn-ea"/>
            </a:endParaRPr>
          </a:p>
        </p:txBody>
      </p:sp>
      <p:pic>
        <p:nvPicPr>
          <p:cNvPr id="3" name="图片 2" descr="elbow_CLIP"/>
          <p:cNvPicPr>
            <a:picLocks noChangeAspect="1"/>
          </p:cNvPicPr>
          <p:nvPr/>
        </p:nvPicPr>
        <p:blipFill>
          <a:blip r:embed="rId3"/>
          <a:stretch>
            <a:fillRect/>
          </a:stretch>
        </p:blipFill>
        <p:spPr>
          <a:xfrm>
            <a:off x="1337945" y="3742055"/>
            <a:ext cx="3395980" cy="2546985"/>
          </a:xfrm>
          <a:prstGeom prst="rect">
            <a:avLst/>
          </a:prstGeom>
        </p:spPr>
      </p:pic>
      <p:sp>
        <p:nvSpPr>
          <p:cNvPr id="4" name="文本框 3"/>
          <p:cNvSpPr txBox="1"/>
          <p:nvPr/>
        </p:nvSpPr>
        <p:spPr>
          <a:xfrm>
            <a:off x="1376680" y="3582035"/>
            <a:ext cx="3179445" cy="368300"/>
          </a:xfrm>
          <a:prstGeom prst="rect">
            <a:avLst/>
          </a:prstGeom>
          <a:noFill/>
        </p:spPr>
        <p:txBody>
          <a:bodyPr wrap="square" rtlCol="0">
            <a:spAutoFit/>
          </a:bodyPr>
          <a:p>
            <a:r>
              <a:rPr lang="en-US" altLang="zh-CN"/>
              <a:t>CLIP</a:t>
            </a:r>
            <a:endParaRPr lang="en-US" altLang="zh-CN"/>
          </a:p>
        </p:txBody>
      </p:sp>
      <p:pic>
        <p:nvPicPr>
          <p:cNvPr id="6" name="图片 5" descr="elbow_resnet"/>
          <p:cNvPicPr>
            <a:picLocks noChangeAspect="1"/>
          </p:cNvPicPr>
          <p:nvPr/>
        </p:nvPicPr>
        <p:blipFill>
          <a:blip r:embed="rId4"/>
          <a:stretch>
            <a:fillRect/>
          </a:stretch>
        </p:blipFill>
        <p:spPr>
          <a:xfrm>
            <a:off x="4917440" y="3906520"/>
            <a:ext cx="3283585" cy="2462530"/>
          </a:xfrm>
          <a:prstGeom prst="rect">
            <a:avLst/>
          </a:prstGeom>
        </p:spPr>
      </p:pic>
      <p:sp>
        <p:nvSpPr>
          <p:cNvPr id="8" name="文本框 7"/>
          <p:cNvSpPr txBox="1"/>
          <p:nvPr/>
        </p:nvSpPr>
        <p:spPr>
          <a:xfrm>
            <a:off x="5164455" y="3602990"/>
            <a:ext cx="2418080" cy="368300"/>
          </a:xfrm>
          <a:prstGeom prst="rect">
            <a:avLst/>
          </a:prstGeom>
          <a:noFill/>
        </p:spPr>
        <p:txBody>
          <a:bodyPr wrap="square" rtlCol="0">
            <a:spAutoFit/>
          </a:bodyPr>
          <a:p>
            <a:r>
              <a:rPr lang="en-US" altLang="zh-CN"/>
              <a:t>ResNet50</a:t>
            </a:r>
            <a:endParaRPr lang="en-US" altLang="zh-CN"/>
          </a:p>
        </p:txBody>
      </p:sp>
      <p:pic>
        <p:nvPicPr>
          <p:cNvPr id="9" name="图片 8" descr="Elbow_DINO"/>
          <p:cNvPicPr>
            <a:picLocks noChangeAspect="1"/>
          </p:cNvPicPr>
          <p:nvPr/>
        </p:nvPicPr>
        <p:blipFill>
          <a:blip r:embed="rId5"/>
          <a:stretch>
            <a:fillRect/>
          </a:stretch>
        </p:blipFill>
        <p:spPr>
          <a:xfrm>
            <a:off x="8781415" y="4094480"/>
            <a:ext cx="2926080" cy="2194560"/>
          </a:xfrm>
          <a:prstGeom prst="rect">
            <a:avLst/>
          </a:prstGeom>
        </p:spPr>
      </p:pic>
      <p:sp>
        <p:nvSpPr>
          <p:cNvPr id="10" name="文本框 9"/>
          <p:cNvSpPr txBox="1"/>
          <p:nvPr/>
        </p:nvSpPr>
        <p:spPr>
          <a:xfrm>
            <a:off x="8709660" y="3681730"/>
            <a:ext cx="4064000" cy="368300"/>
          </a:xfrm>
          <a:prstGeom prst="rect">
            <a:avLst/>
          </a:prstGeom>
          <a:noFill/>
        </p:spPr>
        <p:txBody>
          <a:bodyPr wrap="square" rtlCol="0">
            <a:spAutoFit/>
          </a:bodyPr>
          <a:p>
            <a:r>
              <a:rPr lang="en-US" altLang="zh-CN"/>
              <a:t>DINOv2</a:t>
            </a:r>
            <a:endParaRPr lang="en-US" altLang="zh-CN"/>
          </a:p>
        </p:txBody>
      </p:sp>
    </p:spTree>
    <p:custDataLst>
      <p:tags r:id="rId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Comparison phase</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Idea:</a:t>
            </a:r>
            <a:endParaRPr lang="en-US" altLang="zh-CN" sz="1800">
              <a:solidFill>
                <a:schemeClr val="accent1"/>
              </a:solidFill>
              <a:sym typeface="+mn-ea"/>
            </a:endParaRPr>
          </a:p>
          <a:p>
            <a:pPr marL="1657350" lvl="3" indent="-285750">
              <a:buFont typeface="Arial" panose="020B0604020202020204" pitchFamily="34" charset="0"/>
              <a:buChar char="●"/>
            </a:pPr>
            <a:r>
              <a:rPr lang="en-US" altLang="zh-CN" sz="1575">
                <a:solidFill>
                  <a:schemeClr val="accent1"/>
                </a:solidFill>
                <a:sym typeface="+mn-ea"/>
              </a:rPr>
              <a:t>After got the cluster compute the probability of soft label for the images within cluster, then the value higher then threshold(customized) will be considere as soft label for whole cluster</a:t>
            </a:r>
            <a:endParaRPr lang="en-US" altLang="zh-CN" sz="1575">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4</a:t>
            </a:r>
            <a:endParaRPr lang="en-US" altLang="zh-CN" dirty="0">
              <a:sym typeface="+mn-ea"/>
            </a:endParaRPr>
          </a:p>
        </p:txBody>
      </p:sp>
      <p:pic>
        <p:nvPicPr>
          <p:cNvPr id="3" name="图片 2"/>
          <p:cNvPicPr>
            <a:picLocks noChangeAspect="1"/>
          </p:cNvPicPr>
          <p:nvPr/>
        </p:nvPicPr>
        <p:blipFill>
          <a:blip r:embed="rId3"/>
          <a:stretch>
            <a:fillRect/>
          </a:stretch>
        </p:blipFill>
        <p:spPr>
          <a:xfrm>
            <a:off x="1211580" y="3429000"/>
            <a:ext cx="3019425" cy="3207385"/>
          </a:xfrm>
          <a:prstGeom prst="rect">
            <a:avLst/>
          </a:prstGeom>
        </p:spPr>
      </p:pic>
      <p:pic>
        <p:nvPicPr>
          <p:cNvPr id="4" name="图片 3"/>
          <p:cNvPicPr>
            <a:picLocks noChangeAspect="1"/>
          </p:cNvPicPr>
          <p:nvPr/>
        </p:nvPicPr>
        <p:blipFill>
          <a:blip r:embed="rId4"/>
          <a:stretch>
            <a:fillRect/>
          </a:stretch>
        </p:blipFill>
        <p:spPr>
          <a:xfrm>
            <a:off x="4403725" y="3429000"/>
            <a:ext cx="3236595" cy="3206750"/>
          </a:xfrm>
          <a:prstGeom prst="rect">
            <a:avLst/>
          </a:prstGeom>
        </p:spPr>
      </p:pic>
      <p:pic>
        <p:nvPicPr>
          <p:cNvPr id="6" name="图片 5"/>
          <p:cNvPicPr>
            <a:picLocks noChangeAspect="1"/>
          </p:cNvPicPr>
          <p:nvPr/>
        </p:nvPicPr>
        <p:blipFill>
          <a:blip r:embed="rId5"/>
          <a:stretch>
            <a:fillRect/>
          </a:stretch>
        </p:blipFill>
        <p:spPr>
          <a:xfrm>
            <a:off x="7813040" y="3429000"/>
            <a:ext cx="3790950" cy="3206115"/>
          </a:xfrm>
          <a:prstGeom prst="rect">
            <a:avLst/>
          </a:prstGeom>
        </p:spPr>
      </p:pic>
    </p:spTree>
    <p:custDataLst>
      <p:tags r:id="rId6"/>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Visualization phase</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UMAP visualization: use the dimension reduction that reduce the feature vector to 2D then use them as axis of UMAP map, for every methods of cluster of each model create two UMAP map, one for cluster(to compare the models) another one for image’s metadata(years, to see the temporal evolution) also generated a file which contain some statistic data about the metadata of every cluster.</a:t>
            </a:r>
            <a:endParaRPr lang="en-US" altLang="zh-CN" sz="1800">
              <a:solidFill>
                <a:schemeClr val="accent1"/>
              </a:solidFill>
              <a:sym typeface="+mn-ea"/>
            </a:endParaRPr>
          </a:p>
          <a:p>
            <a:pPr marL="1200150" lvl="2" indent="-285750">
              <a:buFont typeface="Arial" panose="020B0604020202020204" pitchFamily="34" charset="0"/>
              <a:buChar char="●"/>
            </a:pP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Prototype extraction: just compute the centroid for every cluster</a:t>
            </a:r>
            <a:r>
              <a:rPr lang="en-US" altLang="zh-CN" sz="1800">
                <a:solidFill>
                  <a:schemeClr val="accent1"/>
                </a:solidFill>
                <a:sym typeface="+mn-ea"/>
              </a:rPr>
              <a:t>(mean of all feature vector of cluster), then based centroid find the k-nearst images as prototype</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5</a:t>
            </a:r>
            <a:endParaRPr lang="en-US" altLang="zh-CN" dirty="0">
              <a:sym typeface="+mn-ea"/>
            </a:endParaRPr>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单击此处添加文本</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6</a:t>
            </a:r>
            <a:endParaRPr lang="en-US" altLang="zh-CN" dirty="0">
              <a:sym typeface="+mn-ea"/>
            </a:endParaRPr>
          </a:p>
        </p:txBody>
      </p:sp>
      <p:pic>
        <p:nvPicPr>
          <p:cNvPr id="3" name="图片 2"/>
          <p:cNvPicPr>
            <a:picLocks noChangeAspect="1"/>
          </p:cNvPicPr>
          <p:nvPr/>
        </p:nvPicPr>
        <p:blipFill>
          <a:blip r:embed="rId3"/>
          <a:stretch>
            <a:fillRect/>
          </a:stretch>
        </p:blipFill>
        <p:spPr>
          <a:xfrm>
            <a:off x="425450" y="2082165"/>
            <a:ext cx="5670550" cy="3942080"/>
          </a:xfrm>
          <a:prstGeom prst="rect">
            <a:avLst/>
          </a:prstGeom>
        </p:spPr>
      </p:pic>
      <p:pic>
        <p:nvPicPr>
          <p:cNvPr id="4" name="图片 3"/>
          <p:cNvPicPr>
            <a:picLocks noChangeAspect="1"/>
          </p:cNvPicPr>
          <p:nvPr/>
        </p:nvPicPr>
        <p:blipFill>
          <a:blip r:embed="rId4"/>
          <a:stretch>
            <a:fillRect/>
          </a:stretch>
        </p:blipFill>
        <p:spPr>
          <a:xfrm>
            <a:off x="6539230" y="2181860"/>
            <a:ext cx="5316220" cy="3743325"/>
          </a:xfrm>
          <a:prstGeom prst="rect">
            <a:avLst/>
          </a:prstGeom>
        </p:spPr>
      </p:pic>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单击此处添加文本</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7</a:t>
            </a:r>
            <a:endParaRPr lang="en-US" altLang="zh-CN" dirty="0">
              <a:sym typeface="+mn-ea"/>
            </a:endParaRPr>
          </a:p>
        </p:txBody>
      </p:sp>
      <p:pic>
        <p:nvPicPr>
          <p:cNvPr id="6" name="图片 5"/>
          <p:cNvPicPr>
            <a:picLocks noChangeAspect="1"/>
          </p:cNvPicPr>
          <p:nvPr/>
        </p:nvPicPr>
        <p:blipFill>
          <a:blip r:embed="rId3"/>
          <a:stretch>
            <a:fillRect/>
          </a:stretch>
        </p:blipFill>
        <p:spPr>
          <a:xfrm>
            <a:off x="695960" y="2214880"/>
            <a:ext cx="5400040" cy="3803015"/>
          </a:xfrm>
          <a:prstGeom prst="rect">
            <a:avLst/>
          </a:prstGeom>
        </p:spPr>
      </p:pic>
      <p:pic>
        <p:nvPicPr>
          <p:cNvPr id="7" name="图片 6"/>
          <p:cNvPicPr>
            <a:picLocks noChangeAspect="1"/>
          </p:cNvPicPr>
          <p:nvPr/>
        </p:nvPicPr>
        <p:blipFill>
          <a:blip r:embed="rId4"/>
          <a:stretch>
            <a:fillRect/>
          </a:stretch>
        </p:blipFill>
        <p:spPr>
          <a:xfrm>
            <a:off x="5994400" y="2047240"/>
            <a:ext cx="5882005" cy="413766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单击此处添加文本</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8</a:t>
            </a:r>
            <a:endParaRPr lang="en-US" altLang="zh-CN" dirty="0">
              <a:sym typeface="+mn-ea"/>
            </a:endParaRPr>
          </a:p>
        </p:txBody>
      </p:sp>
      <p:pic>
        <p:nvPicPr>
          <p:cNvPr id="3" name="图片 2"/>
          <p:cNvPicPr>
            <a:picLocks noChangeAspect="1"/>
          </p:cNvPicPr>
          <p:nvPr/>
        </p:nvPicPr>
        <p:blipFill>
          <a:blip r:embed="rId3"/>
          <a:stretch>
            <a:fillRect/>
          </a:stretch>
        </p:blipFill>
        <p:spPr>
          <a:xfrm>
            <a:off x="695960" y="2197735"/>
            <a:ext cx="5120005" cy="3836670"/>
          </a:xfrm>
          <a:prstGeom prst="rect">
            <a:avLst/>
          </a:prstGeom>
        </p:spPr>
      </p:pic>
      <p:pic>
        <p:nvPicPr>
          <p:cNvPr id="4" name="图片 3"/>
          <p:cNvPicPr>
            <a:picLocks noChangeAspect="1"/>
          </p:cNvPicPr>
          <p:nvPr/>
        </p:nvPicPr>
        <p:blipFill>
          <a:blip r:embed="rId4"/>
          <a:stretch>
            <a:fillRect/>
          </a:stretch>
        </p:blipFill>
        <p:spPr>
          <a:xfrm>
            <a:off x="5975985" y="2197735"/>
            <a:ext cx="5520055" cy="3879215"/>
          </a:xfrm>
          <a:prstGeom prst="rect">
            <a:avLst/>
          </a:prstGeom>
        </p:spPr>
      </p:pic>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单击此处添加文本</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9</a:t>
            </a:r>
            <a:endParaRPr lang="en-US" altLang="zh-CN" dirty="0">
              <a:sym typeface="+mn-ea"/>
            </a:endParaRPr>
          </a:p>
        </p:txBody>
      </p:sp>
      <p:pic>
        <p:nvPicPr>
          <p:cNvPr id="3" name="图片 2"/>
          <p:cNvPicPr>
            <a:picLocks noChangeAspect="1"/>
          </p:cNvPicPr>
          <p:nvPr/>
        </p:nvPicPr>
        <p:blipFill>
          <a:blip r:embed="rId3"/>
          <a:stretch>
            <a:fillRect/>
          </a:stretch>
        </p:blipFill>
        <p:spPr>
          <a:xfrm>
            <a:off x="695960" y="2047240"/>
            <a:ext cx="5162550" cy="3674745"/>
          </a:xfrm>
          <a:prstGeom prst="rect">
            <a:avLst/>
          </a:prstGeom>
        </p:spPr>
      </p:pic>
      <p:pic>
        <p:nvPicPr>
          <p:cNvPr id="4" name="图片 3"/>
          <p:cNvPicPr>
            <a:picLocks noChangeAspect="1"/>
          </p:cNvPicPr>
          <p:nvPr/>
        </p:nvPicPr>
        <p:blipFill>
          <a:blip r:embed="rId4"/>
          <a:stretch>
            <a:fillRect/>
          </a:stretch>
        </p:blipFill>
        <p:spPr>
          <a:xfrm>
            <a:off x="6990715" y="1092200"/>
            <a:ext cx="4343400" cy="5276850"/>
          </a:xfrm>
          <a:prstGeom prst="rect">
            <a:avLst/>
          </a:prstGeom>
        </p:spPr>
      </p:pic>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I will show an example of prototype extracted from a cluster (cluster 11 of CLIP-DBSCAN) </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10</a:t>
            </a:r>
            <a:endParaRPr lang="en-US" altLang="zh-CN" dirty="0">
              <a:sym typeface="+mn-ea"/>
            </a:endParaRPr>
          </a:p>
        </p:txBody>
      </p:sp>
      <p:pic>
        <p:nvPicPr>
          <p:cNvPr id="6" name="图片 5"/>
          <p:cNvPicPr>
            <a:picLocks noChangeAspect="1"/>
          </p:cNvPicPr>
          <p:nvPr/>
        </p:nvPicPr>
        <p:blipFill>
          <a:blip r:embed="rId3"/>
          <a:stretch>
            <a:fillRect/>
          </a:stretch>
        </p:blipFill>
        <p:spPr>
          <a:xfrm>
            <a:off x="584835" y="2499995"/>
            <a:ext cx="3235960" cy="2064385"/>
          </a:xfrm>
          <a:prstGeom prst="rect">
            <a:avLst/>
          </a:prstGeom>
        </p:spPr>
      </p:pic>
      <p:pic>
        <p:nvPicPr>
          <p:cNvPr id="7" name="图片 6"/>
          <p:cNvPicPr>
            <a:picLocks noChangeAspect="1"/>
          </p:cNvPicPr>
          <p:nvPr/>
        </p:nvPicPr>
        <p:blipFill>
          <a:blip r:embed="rId4"/>
          <a:stretch>
            <a:fillRect/>
          </a:stretch>
        </p:blipFill>
        <p:spPr>
          <a:xfrm>
            <a:off x="4324350" y="2499995"/>
            <a:ext cx="2958465" cy="2040255"/>
          </a:xfrm>
          <a:prstGeom prst="rect">
            <a:avLst/>
          </a:prstGeom>
        </p:spPr>
      </p:pic>
      <p:pic>
        <p:nvPicPr>
          <p:cNvPr id="8" name="图片 7"/>
          <p:cNvPicPr>
            <a:picLocks noChangeAspect="1"/>
          </p:cNvPicPr>
          <p:nvPr/>
        </p:nvPicPr>
        <p:blipFill>
          <a:blip r:embed="rId5"/>
          <a:stretch>
            <a:fillRect/>
          </a:stretch>
        </p:blipFill>
        <p:spPr>
          <a:xfrm>
            <a:off x="7964805" y="2475230"/>
            <a:ext cx="2833370" cy="2065020"/>
          </a:xfrm>
          <a:prstGeom prst="rect">
            <a:avLst/>
          </a:prstGeom>
        </p:spPr>
      </p:pic>
    </p:spTree>
    <p:custDataLst>
      <p:tags r:id="rId6"/>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Grad-cam phase:</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As the CLIP and DINOv2 don’t uses the CNN, the standard grad-cam won’t work on them, but can still apply similar logic to generate the heat map.</a:t>
            </a:r>
            <a:endParaRPr lang="en-US" altLang="zh-CN" sz="1800">
              <a:solidFill>
                <a:schemeClr val="accent1"/>
              </a:solidFill>
              <a:sym typeface="+mn-ea"/>
            </a:endParaRPr>
          </a:p>
          <a:p>
            <a:pPr marL="914400" lvl="4" indent="-285750">
              <a:buFont typeface="Arial" panose="020B0604020202020204" pitchFamily="34" charset="0"/>
              <a:buChar char="●"/>
            </a:pPr>
            <a:r>
              <a:rPr lang="en-US" altLang="zh-CN" sz="1575">
                <a:solidFill>
                  <a:schemeClr val="accent1"/>
                </a:solidFill>
                <a:sym typeface="+mn-ea"/>
              </a:rPr>
              <a:t>Idea is: </a:t>
            </a:r>
            <a:r>
              <a:rPr lang="en-US" altLang="zh-CN" sz="1575">
                <a:solidFill>
                  <a:schemeClr val="accent1"/>
                </a:solidFill>
                <a:sym typeface="+mn-ea"/>
              </a:rPr>
              <a:t>use feature activations of penultimate layer of each model, then for every image compute the cosine-similarity score(as importance Weights) between feature map value with centroid of image, finally project this on the image.</a:t>
            </a:r>
            <a:endParaRPr lang="en-US" altLang="zh-CN" sz="1575">
              <a:solidFill>
                <a:schemeClr val="accent1"/>
              </a:solidFill>
              <a:sym typeface="+mn-ea"/>
            </a:endParaRPr>
          </a:p>
          <a:p>
            <a:pPr marL="1200150" lvl="2" indent="-285750">
              <a:buFont typeface="Arial" panose="020B0604020202020204" pitchFamily="34" charset="0"/>
              <a:buChar char="●"/>
            </a:pP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11</a:t>
            </a:r>
            <a:endParaRPr lang="en-US" altLang="zh-CN" dirty="0">
              <a:sym typeface="+mn-ea"/>
            </a:endParaRPr>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0150" lvl="2" indent="-285750">
              <a:buFont typeface="Arial" panose="020B0604020202020204" pitchFamily="34" charset="0"/>
              <a:buChar char="●"/>
            </a:pPr>
            <a:r>
              <a:rPr lang="en-US" altLang="zh-CN" sz="1800">
                <a:solidFill>
                  <a:schemeClr val="accent1"/>
                </a:solidFill>
                <a:sym typeface="+mn-ea"/>
              </a:rPr>
              <a:t>some examples</a:t>
            </a:r>
            <a:endParaRPr lang="en-US" altLang="zh-CN" sz="1800">
              <a:solidFill>
                <a:schemeClr val="accent1"/>
              </a:solidFill>
              <a:sym typeface="+mn-ea"/>
            </a:endParaRPr>
          </a:p>
          <a:p>
            <a:pPr marL="1200150" lvl="2" indent="-285750">
              <a:buFont typeface="Arial" panose="020B0604020202020204" pitchFamily="34" charset="0"/>
              <a:buChar char="●"/>
            </a:pP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12</a:t>
            </a:r>
            <a:endParaRPr lang="en-US" altLang="zh-CN" dirty="0">
              <a:sym typeface="+mn-ea"/>
            </a:endParaRPr>
          </a:p>
        </p:txBody>
      </p:sp>
      <p:pic>
        <p:nvPicPr>
          <p:cNvPr id="3" name="图片 2"/>
          <p:cNvPicPr>
            <a:picLocks noChangeAspect="1"/>
          </p:cNvPicPr>
          <p:nvPr/>
        </p:nvPicPr>
        <p:blipFill>
          <a:blip r:embed="rId3"/>
          <a:stretch>
            <a:fillRect/>
          </a:stretch>
        </p:blipFill>
        <p:spPr>
          <a:xfrm>
            <a:off x="889635" y="2301875"/>
            <a:ext cx="3336290" cy="3261995"/>
          </a:xfrm>
          <a:prstGeom prst="rect">
            <a:avLst/>
          </a:prstGeom>
        </p:spPr>
      </p:pic>
      <p:sp>
        <p:nvSpPr>
          <p:cNvPr id="6" name="文本框 5"/>
          <p:cNvSpPr txBox="1"/>
          <p:nvPr/>
        </p:nvSpPr>
        <p:spPr>
          <a:xfrm>
            <a:off x="889635" y="1933575"/>
            <a:ext cx="3189605" cy="368300"/>
          </a:xfrm>
          <a:prstGeom prst="rect">
            <a:avLst/>
          </a:prstGeom>
          <a:noFill/>
        </p:spPr>
        <p:txBody>
          <a:bodyPr wrap="square" rtlCol="0">
            <a:spAutoFit/>
          </a:bodyPr>
          <a:p>
            <a:r>
              <a:rPr lang="en-US" altLang="zh-CN"/>
              <a:t>CLIP</a:t>
            </a:r>
            <a:endParaRPr lang="en-US" altLang="zh-CN"/>
          </a:p>
        </p:txBody>
      </p:sp>
      <p:pic>
        <p:nvPicPr>
          <p:cNvPr id="7" name="图片 6"/>
          <p:cNvPicPr>
            <a:picLocks noChangeAspect="1"/>
          </p:cNvPicPr>
          <p:nvPr/>
        </p:nvPicPr>
        <p:blipFill>
          <a:blip r:embed="rId4"/>
          <a:stretch>
            <a:fillRect/>
          </a:stretch>
        </p:blipFill>
        <p:spPr>
          <a:xfrm>
            <a:off x="4753610" y="2301875"/>
            <a:ext cx="3362960" cy="3383915"/>
          </a:xfrm>
          <a:prstGeom prst="rect">
            <a:avLst/>
          </a:prstGeom>
        </p:spPr>
      </p:pic>
      <p:sp>
        <p:nvSpPr>
          <p:cNvPr id="9" name="文本框 8"/>
          <p:cNvSpPr txBox="1"/>
          <p:nvPr/>
        </p:nvSpPr>
        <p:spPr>
          <a:xfrm>
            <a:off x="4742815" y="1988185"/>
            <a:ext cx="3166110" cy="368300"/>
          </a:xfrm>
          <a:prstGeom prst="rect">
            <a:avLst/>
          </a:prstGeom>
          <a:noFill/>
        </p:spPr>
        <p:txBody>
          <a:bodyPr wrap="square" rtlCol="0">
            <a:spAutoFit/>
          </a:bodyPr>
          <a:p>
            <a:r>
              <a:rPr lang="en-US" altLang="zh-CN"/>
              <a:t>ResNet50</a:t>
            </a:r>
            <a:endParaRPr lang="en-US" altLang="zh-CN"/>
          </a:p>
        </p:txBody>
      </p:sp>
      <p:pic>
        <p:nvPicPr>
          <p:cNvPr id="10" name="图片 9"/>
          <p:cNvPicPr>
            <a:picLocks noChangeAspect="1"/>
          </p:cNvPicPr>
          <p:nvPr/>
        </p:nvPicPr>
        <p:blipFill>
          <a:blip r:embed="rId5"/>
          <a:stretch>
            <a:fillRect/>
          </a:stretch>
        </p:blipFill>
        <p:spPr>
          <a:xfrm>
            <a:off x="8550910" y="2301875"/>
            <a:ext cx="3363595" cy="3356610"/>
          </a:xfrm>
          <a:prstGeom prst="rect">
            <a:avLst/>
          </a:prstGeom>
        </p:spPr>
      </p:pic>
      <p:sp>
        <p:nvSpPr>
          <p:cNvPr id="11" name="文本框 10"/>
          <p:cNvSpPr txBox="1"/>
          <p:nvPr/>
        </p:nvSpPr>
        <p:spPr>
          <a:xfrm>
            <a:off x="8608695" y="1951355"/>
            <a:ext cx="4064000" cy="368300"/>
          </a:xfrm>
          <a:prstGeom prst="rect">
            <a:avLst/>
          </a:prstGeom>
          <a:noFill/>
        </p:spPr>
        <p:txBody>
          <a:bodyPr wrap="square" rtlCol="0">
            <a:spAutoFit/>
          </a:bodyPr>
          <a:p>
            <a:r>
              <a:rPr lang="en-US" altLang="zh-CN"/>
              <a:t>DINOv2</a:t>
            </a:r>
            <a:endParaRPr lang="en-US" altLang="zh-CN"/>
          </a:p>
        </p:txBody>
      </p:sp>
    </p:spTree>
    <p:custDataLst>
      <p:tags r:id="rId6"/>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0150" lvl="2" indent="-285750">
              <a:buFont typeface="Arial" panose="020B0604020202020204" pitchFamily="34" charset="0"/>
              <a:buChar char="●"/>
            </a:pPr>
            <a:r>
              <a:rPr lang="en-US" altLang="zh-CN" sz="1800">
                <a:solidFill>
                  <a:schemeClr val="accent1"/>
                </a:solidFill>
                <a:sym typeface="+mn-ea"/>
              </a:rPr>
              <a:t>Prompt engineering</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Tested with two different prompt to see the change of probabilities</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prompt1=["sporty aggressive", "elegant luxury", "rugged off-road", "futuristic", "vintage"]</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prompt2=["a photo of a sporty aggressive style car", "a photo of a elegant luxury style car", "a photo of a rugged off-road style car", "a photo of a futuristic style car", "a photo of a vintage style car"]</a:t>
            </a:r>
            <a:endParaRPr lang="en-US" altLang="zh-CN" sz="1800">
              <a:solidFill>
                <a:schemeClr val="accent1"/>
              </a:solidFill>
              <a:sym typeface="+mn-ea"/>
            </a:endParaRPr>
          </a:p>
          <a:p>
            <a:pPr marL="1200150" lvl="2" indent="-285750">
              <a:buFont typeface="Arial" panose="020B0604020202020204" pitchFamily="34" charset="0"/>
              <a:buChar char="●"/>
            </a:pPr>
            <a:r>
              <a:rPr lang="en-US" altLang="zh-CN" sz="1800">
                <a:solidFill>
                  <a:schemeClr val="accent1"/>
                </a:solidFill>
                <a:sym typeface="+mn-ea"/>
              </a:rPr>
              <a:t>Result after the comparison, the prompt2’s cluster soft label probability is better than first one. (Identicate by the prototype that they are same cluster, but with prompt2 same cluster has discovered more style than prompt1. )</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13</a:t>
            </a:r>
            <a:endParaRPr lang="en-US" altLang="zh-CN" dirty="0">
              <a:sym typeface="+mn-ea"/>
            </a:endParaRPr>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单击此处添加文本</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 part 5</a:t>
            </a:r>
            <a:endParaRPr lang="en-US" altLang="zh-CN" dirty="0">
              <a:sym typeface="+mn-ea"/>
            </a:endParaRPr>
          </a:p>
        </p:txBody>
      </p:sp>
      <p:pic>
        <p:nvPicPr>
          <p:cNvPr id="3" name="图片 2"/>
          <p:cNvPicPr>
            <a:picLocks noChangeAspect="1"/>
          </p:cNvPicPr>
          <p:nvPr/>
        </p:nvPicPr>
        <p:blipFill>
          <a:blip r:embed="rId3"/>
          <a:stretch>
            <a:fillRect/>
          </a:stretch>
        </p:blipFill>
        <p:spPr>
          <a:xfrm>
            <a:off x="633730" y="2595245"/>
            <a:ext cx="4621530" cy="2529205"/>
          </a:xfrm>
          <a:prstGeom prst="rect">
            <a:avLst/>
          </a:prstGeom>
        </p:spPr>
      </p:pic>
      <p:sp>
        <p:nvSpPr>
          <p:cNvPr id="4" name="文本框 3"/>
          <p:cNvSpPr txBox="1"/>
          <p:nvPr/>
        </p:nvSpPr>
        <p:spPr>
          <a:xfrm>
            <a:off x="633730" y="2226945"/>
            <a:ext cx="4064000" cy="368300"/>
          </a:xfrm>
          <a:prstGeom prst="rect">
            <a:avLst/>
          </a:prstGeom>
          <a:noFill/>
        </p:spPr>
        <p:txBody>
          <a:bodyPr wrap="square" rtlCol="0">
            <a:spAutoFit/>
          </a:bodyPr>
          <a:p>
            <a:r>
              <a:rPr lang="en-US" altLang="zh-CN"/>
              <a:t>prompt2</a:t>
            </a:r>
            <a:endParaRPr lang="en-US" altLang="zh-CN"/>
          </a:p>
        </p:txBody>
      </p:sp>
      <p:sp>
        <p:nvSpPr>
          <p:cNvPr id="6" name="文本框 5"/>
          <p:cNvSpPr txBox="1"/>
          <p:nvPr/>
        </p:nvSpPr>
        <p:spPr>
          <a:xfrm>
            <a:off x="6186805" y="2072005"/>
            <a:ext cx="6096000" cy="368300"/>
          </a:xfrm>
          <a:prstGeom prst="rect">
            <a:avLst/>
          </a:prstGeom>
          <a:noFill/>
        </p:spPr>
        <p:txBody>
          <a:bodyPr wrap="square" rtlCol="0" anchor="t">
            <a:spAutoFit/>
          </a:bodyPr>
          <a:p>
            <a:r>
              <a:rPr lang="en-US" altLang="zh-CN">
                <a:solidFill>
                  <a:schemeClr val="tx1"/>
                </a:solidFill>
                <a:sym typeface="+mn-ea"/>
              </a:rPr>
              <a:t>prompt1</a:t>
            </a:r>
            <a:endParaRPr lang="en-US" altLang="zh-CN">
              <a:solidFill>
                <a:schemeClr val="tx1"/>
              </a:solidFill>
              <a:sym typeface="+mn-ea"/>
            </a:endParaRPr>
          </a:p>
        </p:txBody>
      </p:sp>
      <p:pic>
        <p:nvPicPr>
          <p:cNvPr id="7" name="图片 6"/>
          <p:cNvPicPr>
            <a:picLocks noChangeAspect="1"/>
          </p:cNvPicPr>
          <p:nvPr/>
        </p:nvPicPr>
        <p:blipFill>
          <a:blip r:embed="rId4"/>
          <a:stretch>
            <a:fillRect/>
          </a:stretch>
        </p:blipFill>
        <p:spPr>
          <a:xfrm>
            <a:off x="6500495" y="2595245"/>
            <a:ext cx="4995545" cy="2600960"/>
          </a:xfrm>
          <a:prstGeom prst="rect">
            <a:avLst/>
          </a:prstGeom>
        </p:spPr>
      </p:pic>
    </p:spTree>
    <p:custDataLst>
      <p:tags r:id="rId5"/>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p:cNvSpPr>
            <a:spLocks noGrp="1"/>
          </p:cNvSpPr>
          <p:nvPr>
            <p:ph type="title"/>
            <p:custDataLst>
              <p:tags r:id="rId1"/>
            </p:custDataLst>
          </p:nvPr>
        </p:nvSpPr>
        <p:spPr/>
        <p:txBody>
          <a:bodyPr/>
          <a:lstStyle/>
          <a:p>
            <a:pPr marL="0" indent="0" algn="l">
              <a:lnSpc>
                <a:spcPct val="100000"/>
              </a:lnSpc>
              <a:spcBef>
                <a:spcPts val="0"/>
              </a:spcBef>
              <a:spcAft>
                <a:spcPts val="0"/>
              </a:spcAft>
              <a:buSzPct val="100000"/>
            </a:pPr>
            <a:r>
              <a:rPr lang="en-US" altLang="zh-CN" sz="6000"/>
              <a:t>Conclusion</a:t>
            </a:r>
            <a:endParaRPr lang="en-US" altLang="zh-CN" sz="6000"/>
          </a:p>
        </p:txBody>
      </p:sp>
      <p:sp>
        <p:nvSpPr>
          <p:cNvPr id="6" name="节编号"/>
          <p:cNvSpPr>
            <a:spLocks noGrp="1"/>
          </p:cNvSpPr>
          <p:nvPr>
            <p:ph type="body" sz="quarter" idx="13"/>
            <p:custDataLst>
              <p:tags r:id="rId2"/>
            </p:custDataLst>
          </p:nvPr>
        </p:nvSpPr>
        <p:spPr/>
        <p:txBody>
          <a:bodyPr>
            <a:normAutofit lnSpcReduction="20000"/>
          </a:bodyPr>
          <a:lstStyle/>
          <a:p>
            <a:r>
              <a:rPr lang="en-US" altLang="zh-CN"/>
              <a:t>PART 04</a:t>
            </a:r>
            <a:endParaRPr lang="en-US" altLang="zh-CN"/>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Between the clustering method, maybe DBSCAN is better than Kmeans</a:t>
            </a: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Between model, the ResNet seems worst, then DINOv2 is better than Kmeans.</a:t>
            </a: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From impact of prompt engineering may the more specific prompt able to achieve good results.</a:t>
            </a: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Through the year evolution UMAP we can clearly see some cluster has a limited number color about the year, that means the evolution of that car is be stopped for a long period. (example CLIP year UMAP and CLIP DBSCAN UMAP)</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Discussion - part 1</a:t>
            </a:r>
            <a:endParaRPr lang="en-US" altLang="zh-CN" dirty="0">
              <a:sym typeface="+mn-ea"/>
            </a:endParaRPr>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Arial" panose="020B0604020202020204" pitchFamily="34" charset="0"/>
              <a:buChar char="●"/>
            </a:pPr>
            <a:r>
              <a:rPr lang="en-US" altLang="zh-CN" sz="1800">
                <a:solidFill>
                  <a:schemeClr val="accent1"/>
                </a:solidFill>
                <a:sym typeface="+mn-ea"/>
              </a:rPr>
              <a:t>Future work</a:t>
            </a: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Refine code, let code more accessible, remove the redundant part.</a:t>
            </a: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Add more possible comparison with other metadata</a:t>
            </a: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May exist other clustering method</a:t>
            </a:r>
            <a:endParaRPr lang="en-US" altLang="zh-CN" sz="1800">
              <a:solidFill>
                <a:schemeClr val="accent1"/>
              </a:solidFill>
              <a:sym typeface="+mn-ea"/>
            </a:endParaRPr>
          </a:p>
          <a:p>
            <a:pPr marL="742950" lvl="1" indent="-285750">
              <a:buFont typeface="Arial" panose="020B0604020202020204" pitchFamily="34" charset="0"/>
              <a:buChar char="●"/>
            </a:pPr>
            <a:r>
              <a:rPr lang="en-US" altLang="zh-CN" sz="1800">
                <a:solidFill>
                  <a:schemeClr val="accent1"/>
                </a:solidFill>
                <a:sym typeface="+mn-ea"/>
              </a:rPr>
              <a:t>Try the different version of models</a:t>
            </a:r>
            <a:endParaRPr lang="en-US" altLang="zh-CN" sz="1800">
              <a:solidFill>
                <a:schemeClr val="accent1"/>
              </a:solidFill>
              <a:sym typeface="+mn-ea"/>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Results Discussion - part 2</a:t>
            </a:r>
            <a:endParaRPr lang="en-US" altLang="zh-CN" dirty="0">
              <a:sym typeface="+mn-ea"/>
            </a:endParaRPr>
          </a:p>
        </p:txBody>
      </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custDataLst>
              <p:tags r:id="rId1"/>
            </p:custDataLst>
          </p:nvPr>
        </p:nvSpPr>
        <p:spPr>
          <a:xfrm>
            <a:off x="695960" y="1372180"/>
            <a:ext cx="10800000" cy="49968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lumMod val="40000"/>
                  <a:lumOff val="60000"/>
                </a:schemeClr>
              </a:buClr>
              <a:buSzTx/>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rgbClr val="344554"/>
                </a:solidFill>
                <a:uFillTx/>
                <a:latin typeface="+mn-ea"/>
                <a:ea typeface="+mn-ea"/>
                <a:cs typeface="+mn-cs"/>
                <a:sym typeface="+mn-ea"/>
              </a:defRPr>
            </a:lvl1pPr>
            <a:lvl2pPr marL="685800" marR="0" lvl="1" indent="-228600"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smtClean="0">
                <a:solidFill>
                  <a:srgbClr val="344554"/>
                </a:solidFill>
                <a:uFillTx/>
                <a:latin typeface="+mn-ea"/>
                <a:ea typeface="+mn-ea"/>
                <a:cs typeface="MiSans Heavy" panose="00000A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smtClean="0">
                <a:solidFill>
                  <a:srgbClr val="344554"/>
                </a:solidFill>
                <a:uFillTx/>
                <a:latin typeface="+mn-ea"/>
                <a:ea typeface="+mn-ea"/>
                <a:cs typeface="MiSans Heavy" panose="00000A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accent1"/>
                </a:solidFill>
              </a:rPr>
              <a:t>Dataset:</a:t>
            </a:r>
            <a:endParaRPr lang="en-US" altLang="zh-CN">
              <a:solidFill>
                <a:schemeClr val="accent1"/>
              </a:solidFill>
            </a:endParaRPr>
          </a:p>
          <a:p>
            <a:pPr marL="0" indent="0">
              <a:buNone/>
            </a:pPr>
            <a:r>
              <a:rPr lang="en-US" altLang="zh-CN">
                <a:solidFill>
                  <a:schemeClr val="accent1"/>
                </a:solidFill>
              </a:rPr>
              <a:t>https://www.kaggle.com/datasets/eduardo4jesus/stanford-cars-dataset</a:t>
            </a:r>
            <a:endParaRPr lang="en-US" altLang="zh-CN">
              <a:solidFill>
                <a:schemeClr val="accent1"/>
              </a:solidFill>
            </a:endParaRPr>
          </a:p>
          <a:p>
            <a:r>
              <a:rPr lang="en-US" altLang="zh-CN">
                <a:solidFill>
                  <a:schemeClr val="accent1"/>
                </a:solidFill>
                <a:sym typeface="+mn-ea"/>
              </a:rPr>
              <a:t>Image:</a:t>
            </a:r>
            <a:endParaRPr lang="en-US" altLang="zh-CN">
              <a:solidFill>
                <a:schemeClr val="accent1"/>
              </a:solidFill>
              <a:sym typeface="+mn-ea"/>
            </a:endParaRPr>
          </a:p>
          <a:p>
            <a:pPr marL="0" indent="0">
              <a:buNone/>
            </a:pPr>
            <a:r>
              <a:rPr lang="en-US" altLang="zh-CN">
                <a:solidFill>
                  <a:schemeClr val="accent1"/>
                </a:solidFill>
              </a:rPr>
              <a:t>https://www.yourparkingspace.co.uk/insights/designing-the-car-parks-of-the-future</a:t>
            </a:r>
            <a:endParaRPr lang="en-US" altLang="zh-CN">
              <a:solidFill>
                <a:schemeClr val="accent1"/>
              </a:solidFill>
            </a:endParaRPr>
          </a:p>
          <a:p>
            <a:pPr marL="0" indent="0">
              <a:buNone/>
            </a:pPr>
            <a:r>
              <a:rPr lang="en-US" altLang="zh-CN">
                <a:solidFill>
                  <a:schemeClr val="accent1"/>
                </a:solidFill>
              </a:rPr>
              <a:t>https://magellaninvestmentpartners.com/insights/investing-in-toll-roads/</a:t>
            </a:r>
            <a:endParaRPr lang="en-US" altLang="zh-CN">
              <a:solidFill>
                <a:schemeClr val="accent1"/>
              </a:solidFill>
            </a:endParaRPr>
          </a:p>
          <a:p>
            <a:endParaRPr lang="en-US" altLang="zh-CN">
              <a:solidFill>
                <a:schemeClr val="accent1"/>
              </a:solidFill>
            </a:endParaRPr>
          </a:p>
          <a:p>
            <a:endParaRPr lang="en-US" altLang="zh-CN">
              <a:solidFill>
                <a:schemeClr val="accent1"/>
              </a:solidFill>
            </a:endParaRPr>
          </a:p>
          <a:p>
            <a:endParaRPr lang="en-US" altLang="zh-CN">
              <a:solidFill>
                <a:schemeClr val="accent1"/>
              </a:solidFill>
            </a:endParaRPr>
          </a:p>
          <a:p>
            <a:pPr marL="0" indent="0">
              <a:buNone/>
            </a:pPr>
            <a:endParaRPr lang="en-US" altLang="zh-CN">
              <a:solidFill>
                <a:schemeClr val="accent1"/>
              </a:solidFill>
            </a:endParaRPr>
          </a:p>
        </p:txBody>
      </p:sp>
      <p:sp>
        <p:nvSpPr>
          <p:cNvPr id="5" name="标题 4"/>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en-US" altLang="zh-CN" dirty="0">
                <a:sym typeface="+mn-ea"/>
              </a:rPr>
              <a:t>Reference</a:t>
            </a:r>
            <a:endParaRPr lang="en-US" altLang="zh-CN" dirty="0">
              <a:sym typeface="+mn-ea"/>
            </a:endParaRPr>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ctrTitle"/>
            <p:custDataLst>
              <p:tags r:id="rId1"/>
            </p:custDataLst>
          </p:nvPr>
        </p:nvSpPr>
        <p:spPr/>
        <p:txBody>
          <a:bodyPr>
            <a:normAutofit fontScale="90000"/>
          </a:bodyPr>
          <a:lstStyle/>
          <a:p>
            <a:pPr marL="0" indent="0" algn="r">
              <a:lnSpc>
                <a:spcPct val="100000"/>
              </a:lnSpc>
              <a:spcBef>
                <a:spcPts val="0"/>
              </a:spcBef>
              <a:spcAft>
                <a:spcPts val="0"/>
              </a:spcAft>
              <a:buSzPct val="100000"/>
            </a:pPr>
            <a:r>
              <a:rPr lang="en-US" altLang="zh-CN" sz="6600"/>
              <a:t>Thanks for attention !</a:t>
            </a:r>
            <a:endParaRPr lang="en-US" altLang="zh-CN" sz="6600"/>
          </a:p>
        </p:txBody>
      </p:sp>
      <p:sp>
        <p:nvSpPr>
          <p:cNvPr id="5" name="副标题"/>
          <p:cNvSpPr>
            <a:spLocks noGrp="1"/>
          </p:cNvSpPr>
          <p:nvPr>
            <p:ph type="subTitle" idx="1"/>
            <p:custDataLst>
              <p:tags r:id="rId2"/>
            </p:custDataLst>
          </p:nvPr>
        </p:nvSpPr>
        <p:spPr/>
        <p:txBody>
          <a:bodyPr/>
          <a:lstStyle/>
          <a:p>
            <a:pPr lvl="0"/>
            <a:r>
              <a:rPr lang="en-US" altLang="zh-CN"/>
              <a:t>单击此处添加副标题内容</a:t>
            </a:r>
            <a:endParaRPr lang="en-US" altLang="zh-CN"/>
          </a:p>
        </p:txBody>
      </p:sp>
      <p:sp>
        <p:nvSpPr>
          <p:cNvPr id="10" name="署名"/>
          <p:cNvSpPr>
            <a:spLocks noGrp="1"/>
          </p:cNvSpPr>
          <p:nvPr>
            <p:ph type="body" sz="quarter" idx="17"/>
            <p:custDataLst>
              <p:tags r:id="rId3"/>
            </p:custDataLst>
          </p:nvPr>
        </p:nvSpPr>
        <p:spPr/>
        <p:txBody>
          <a:bodyPr/>
          <a:lstStyle/>
          <a:p>
            <a:pPr marL="0" indent="0" algn="ctr">
              <a:lnSpc>
                <a:spcPct val="100000"/>
              </a:lnSpc>
              <a:spcBef>
                <a:spcPts val="1000"/>
              </a:spcBef>
              <a:spcAft>
                <a:spcPts val="0"/>
              </a:spcAft>
              <a:buSzPct val="100000"/>
            </a:pPr>
            <a:endParaRPr lang="en-US" altLang="zh-CN" sz="1800"/>
          </a:p>
        </p:txBody>
      </p:sp>
    </p:spTree>
    <p:custDataLst>
      <p:tags r:id="rId4"/>
    </p:custDataLst>
  </p:cSld>
  <p:clrMapOvr>
    <a:masterClrMapping/>
  </p:clrMapOvr>
</p:sld>
</file>

<file path=ppt/tags/tag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0"/>
</p:tagLst>
</file>

<file path=ppt/tags/tag1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9"/>
</p:tagLst>
</file>

<file path=ppt/tags/tag1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2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2.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48.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4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3.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54.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5.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5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6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7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6.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7"/>
</p:tagLst>
</file>

<file path=ppt/tags/tag8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2"/>
</p:tagLst>
</file>

<file path=ppt/tags/tag8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22"/>
</p:tagLst>
</file>

<file path=ppt/tags/tag91.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i"/>
  <p:tag name="KSO_WM_UNIT_INDEX" val="8"/>
  <p:tag name="KSO_WM_BEAUTIFY_FLAG" val="#wm#"/>
  <p:tag name="KSO_WM_TAG_VERSION" val="3.0"/>
  <p:tag name="KSO_WM_UNIT_ID" val="_0*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617"/>
</p:tagLst>
</file>

<file path=ppt/tags/tag10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20238617"/>
</p:tagLst>
</file>

<file path=ppt/tags/tag10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617"/>
  <p:tag name="KSO_WM_TEMPLATE_CATEGORY" val="custom"/>
  <p:tag name="KSO_WM_TEMPLATE_MASTER_TYPE" val="0"/>
</p:tagLst>
</file>

<file path=ppt/tags/tag105.xml><?xml version="1.0" encoding="utf-8"?>
<p:tagLst xmlns:p="http://schemas.openxmlformats.org/presentationml/2006/main">
  <p:tag name="KSO_WM_UNIT_TYPE" val="a"/>
  <p:tag name="KSO_WM_UNIT_INDEX" val="1"/>
  <p:tag name="KSO_WM_BEAUTIFY_FLAG" val="#wm#"/>
  <p:tag name="KSO_WM_TAG_VERSION" val="3.0"/>
  <p:tag name="KSO_WM_UNIT_ID" val="custom20238617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VALUE" val="10"/>
  <p:tag name="KSO_WM_UNIT_PRESET_TEXT" val="单击此处添加文档标题"/>
  <p:tag name="KSO_WM_UNIT_TEXT_TYPE" val="1"/>
</p:tagLst>
</file>

<file path=ppt/tags/tag106.xml><?xml version="1.0" encoding="utf-8"?>
<p:tagLst xmlns:p="http://schemas.openxmlformats.org/presentationml/2006/main">
  <p:tag name="KSO_WM_UNIT_TYPE" val="b"/>
  <p:tag name="KSO_WM_UNIT_INDEX" val="1"/>
  <p:tag name="KSO_WM_BEAUTIFY_FLAG" val="#wm#"/>
  <p:tag name="KSO_WM_TAG_VERSION" val="3.0"/>
  <p:tag name="KSO_WM_UNIT_ID" val="custom20238617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VALUE" val="19"/>
  <p:tag name="KSO_WM_UNIT_PRESET_TEXT" val="WPS,a click to unlimited possibilities"/>
  <p:tag name="KSO_WM_UNIT_TEXT_TYPE" val="1"/>
</p:tagLst>
</file>

<file path=ppt/tags/tag10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617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TEXT_LAYER_COUNT" val="1"/>
  <p:tag name="KSO_WM_UNIT_VALUE" val="22"/>
  <p:tag name="KSO_WM_UNIT_PRESET_TEXT_INDEX" val="-1"/>
  <p:tag name="KSO_WM_UNIT_PRESET_TEXT_LEN" val="0"/>
</p:tagLst>
</file>

<file path=ppt/tags/tag108.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617"/>
  <p:tag name="KSO_WM_TEMPLATE_CATEGORY" val="custom"/>
  <p:tag name="KSO_WM_SLIDE_INDEX" val="1"/>
  <p:tag name="KSO_WM_SLIDE_ID" val="custom20238617_1"/>
  <p:tag name="KSO_WM_TEMPLATE_MASTER_TYPE" val="0"/>
  <p:tag name="KSO_WM_SLIDE_LAYOUT" val="a_b_f"/>
  <p:tag name="KSO_WM_SLIDE_LAYOUT_CNT" val="1_1_1"/>
  <p:tag name="KSO_WM_SLIDE_THEME_ID" val="3402577"/>
  <p:tag name="KSO_WM_SLIDE_THEME_NAME" val="简约风通用箭头职场办公"/>
</p:tagLst>
</file>

<file path=ppt/tags/tag109.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8617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PRESET_TEXT_INDEX" val="-1"/>
  <p:tag name="KSO_WM_UNIT_PRESET_TEXT_LEN" val="0"/>
</p:tagLst>
</file>

<file path=ppt/tags/tag110.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gradient&quot;:[{&quot;brightness&quot;:0.3499999940395355,&quot;colorType&quot;:1,&quot;foreColorIndex&quot;:5,&quot;pos&quot;:0,&quot;transparency&quot;:0},{&quot;brightness&quot;:0,&quot;colorType&quot;:1,&quot;foreColorIndex&quot;:5,&quot;pos&quot;:0.80000001192092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1.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UNIT_SUBTYPE" val="a"/>
  <p:tag name="KSO_WM_UNIT_TEXT_LAYER_COUNT" val="1"/>
  <p:tag name="KSO_WM_UNIT_PRESET_TEXT" val="单击此处添加&#10;目录项标题内容"/>
  <p:tag name="KSO_WM_UNIT_TEXT_TYPE" val="1"/>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2.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8617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Lst>
</file>

<file path=ppt/tags/tag113.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gradient&quot;:[{&quot;brightness&quot;:0.3499999940395355,&quot;colorType&quot;:1,&quot;foreColorIndex&quot;:5,&quot;pos&quot;:0,&quot;transparency&quot;:0},{&quot;brightness&quot;:0,&quot;colorType&quot;:1,&quot;foreColorIndex&quot;:5,&quot;pos&quot;:0.80000001192092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4.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UNIT_SUBTYPE" val="a"/>
  <p:tag name="KSO_WM_UNIT_TEXT_LAYER_COUNT" val="1"/>
  <p:tag name="KSO_WM_UNIT_PRESET_TEXT" val="单击此处添加&#10;目录项标题内容"/>
  <p:tag name="KSO_WM_UNIT_TEXT_TYPE" val="1"/>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5.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gradient&quot;:[{&quot;brightness&quot;:0.3499999940395355,&quot;colorType&quot;:1,&quot;foreColorIndex&quot;:5,&quot;pos&quot;:0,&quot;transparency&quot;:0},{&quot;brightness&quot;:0,&quot;colorType&quot;:1,&quot;foreColorIndex&quot;:5,&quot;pos&quot;:0.80000001192092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6.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UNIT_SUBTYPE" val="a"/>
  <p:tag name="KSO_WM_UNIT_TEXT_LAYER_COUNT" val="1"/>
  <p:tag name="KSO_WM_UNIT_PRESET_TEXT" val="单击此处添加&#10;目录项标题内容"/>
  <p:tag name="KSO_WM_UNIT_TEXT_TYPE" val="1"/>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7.xml><?xml version="1.0" encoding="utf-8"?>
<p:tagLst xmlns:p="http://schemas.openxmlformats.org/presentationml/2006/main">
  <p:tag name="KSO_WM_UNIT_TYPE" val="l_h_i"/>
  <p:tag name="KSO_WM_UNIT_SUBTYPE" val="d"/>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gradient&quot;:[{&quot;brightness&quot;:0.3499999940395355,&quot;colorType&quot;:1,&quot;foreColorIndex&quot;:5,&quot;pos&quot;:0,&quot;transparency&quot;:0},{&quot;brightness&quot;:0,&quot;colorType&quot;:1,&quot;foreColorIndex&quot;:5,&quot;pos&quot;:0.80000001192092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8.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617_4*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617"/>
  <p:tag name="KSO_WM_TEMPLATE_CATEGORY" val="custom"/>
  <p:tag name="KSO_WM_UNIT_SUBTYPE" val="a"/>
  <p:tag name="KSO_WM_UNIT_TEXT_LAYER_COUNT" val="1"/>
  <p:tag name="KSO_WM_UNIT_PRESET_TEXT" val="单击此处添加&#10;目录项标题内容"/>
  <p:tag name="KSO_WM_UNIT_TEXT_TYPE" val="1"/>
  <p:tag name="KSO_WM_DIAGRAM_MAX_ITEMCNT" val="6"/>
  <p:tag name="KSO_WM_DIAGRAM_MIN_ITEMCNT" val="2"/>
  <p:tag name="KSO_WM_DIAGRAM_VIRTUALLY_FRAME" val="{&quot;height&quot;:297.720458984375,&quot;left&quot;:94.62985229492188,&quot;top&quot;:190.3647705078125,&quot;width&quot;:783.4902954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9.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617"/>
  <p:tag name="KSO_WM_TEMPLATE_CATEGORY" val="custom"/>
  <p:tag name="KSO_WM_SLIDE_INDEX" val="4"/>
  <p:tag name="KSO_WM_SLIDE_ID" val="custom20238617_4"/>
  <p:tag name="KSO_WM_TEMPLATE_MASTER_TYPE" val="0"/>
  <p:tag name="KSO_WM_SLIDE_LAYOUT" val="a_l"/>
  <p:tag name="KSO_WM_SLIDE_LAYOUT_CNT" val="1_1"/>
  <p:tag name="KSO_WM_SLIDE_DIAGTYPE" val="l"/>
  <p:tag name="KSO_WM_SLIDE_THEME_ID" val="3402577"/>
  <p:tag name="KSO_WM_SLIDE_THEME_NAME" val="简约风通用箭头职场办公"/>
</p:tagLst>
</file>

<file path=ppt/tags/tag120.xml><?xml version="1.0" encoding="utf-8"?>
<p:tagLst xmlns:p="http://schemas.openxmlformats.org/presentationml/2006/main">
  <p:tag name="KSO_WM_UNIT_TYPE" val="a"/>
  <p:tag name="KSO_WM_UNIT_INDEX" val="1"/>
  <p:tag name="KSO_WM_BEAUTIFY_FLAG" val="#wm#"/>
  <p:tag name="KSO_WM_TAG_VERSION" val="3.0"/>
  <p:tag name="KSO_WM_UNIT_ID" val="custom2023861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PRESET_TEXT" val="添加章节标题"/>
  <p:tag name="KSO_WM_UNIT_TEXT_TYPE" val="1"/>
</p:tagLst>
</file>

<file path=ppt/tags/tag121.xml><?xml version="1.0" encoding="utf-8"?>
<p:tagLst xmlns:p="http://schemas.openxmlformats.org/presentationml/2006/main">
  <p:tag name="KSO_WM_UNIT_TYPE" val="e"/>
  <p:tag name="KSO_WM_UNIT_INDEX" val="1"/>
  <p:tag name="KSO_WM_BEAUTIFY_FLAG" val="#wm#"/>
  <p:tag name="KSO_WM_TAG_VERSION" val="3.0"/>
  <p:tag name="KSO_WM_UNIT_ID" val="custom2023861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VALUE" val="6"/>
  <p:tag name="KSO_WM_UNIT_PRESET_TEXT_INDEX" val="-1"/>
  <p:tag name="KSO_WM_UNIT_PRESET_TEXT_LEN" val="0"/>
</p:tagLst>
</file>

<file path=ppt/tags/tag12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617"/>
  <p:tag name="KSO_WM_TEMPLATE_CATEGORY" val="custom"/>
  <p:tag name="KSO_WM_SLIDE_INDEX" val="7"/>
  <p:tag name="KSO_WM_SLIDE_ID" val="custom20238617_7"/>
  <p:tag name="KSO_WM_TEMPLATE_MASTER_TYPE" val="0"/>
  <p:tag name="KSO_WM_SLIDE_LAYOUT" val="a_e"/>
  <p:tag name="KSO_WM_SLIDE_LAYOUT_CNT" val="1_1"/>
  <p:tag name="KSO_WM_SLIDE_THEME_ID" val="3402577"/>
  <p:tag name="KSO_WM_SLIDE_THEME_NAME" val="简约风通用箭头职场办公"/>
</p:tagLst>
</file>

<file path=ppt/tags/tag1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25.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6.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772"/>
  <p:tag name="KSO_WM_UNIT_ID" val="custom20231772_1*a*1"/>
  <p:tag name="KSO_WM_UNIT_TEXT_TYPE" val="1"/>
  <p:tag name="KSO_WM_UNIT_TEXT_FILL_FORE_SCHEMECOLOR_INDEX" val="13"/>
  <p:tag name="KSO_WM_UNIT_TEXT_FILL_TYPE" val="1"/>
  <p:tag name="KSO_WM_UNIT_USESOURCEFORMAT_APPLY" val="0"/>
  <p:tag name="KSO_WM_UNIT_PRESET_TEXT" val="单击此处添加标题"/>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772_1*i*1"/>
  <p:tag name="KSO_WM_TEMPLATE_CATEGORY" val="custom"/>
  <p:tag name="KSO_WM_TEMPLATE_INDEX" val="20231772"/>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0"/>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a*1_1_1"/>
  <p:tag name="KSO_WM_TEMPLATE_CATEGORY" val="diagram"/>
  <p:tag name="KSO_WM_TEMPLATE_INDEX" val="20235644"/>
  <p:tag name="KSO_WM_UNIT_LAYERLEVEL" val="1_1_1"/>
  <p:tag name="KSO_WM_TAG_VERSION" val="3.0"/>
  <p:tag name="KSO_WM_UNIT_ISCONTENTSTITLE" val="0"/>
  <p:tag name="KSO_WM_UNIT_ISNUMDGMTITLE" val="0"/>
  <p:tag name="KSO_WM_UNIT_NOCLEAR" val="0"/>
  <p:tag name="KSO_WM_UNIT_TYPE" val="l_h_a"/>
  <p:tag name="KSO_WM_UNIT_INDEX" val="1_1_1"/>
  <p:tag name="KSO_WM_UNIT_TEXT_TYPE" val="1"/>
  <p:tag name="KSO_WM_DIAGRAM_MAX_ITEMCNT" val="8"/>
  <p:tag name="KSO_WM_DIAGRAM_MIN_ITEMCNT" val="2"/>
  <p:tag name="KSO_WM_DIAGRAM_VIRTUALLY_FRAME" val="{&quot;height&quot;:360.75,&quot;left&quot;:360.2250122070312,&quot;top&quot;:130.8264566929134,&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20"/>
  <p:tag name="KSO_WM_UNIT_PRESET_TEXT" val="单击添加项标题"/>
  <p:tag name="KSO_WM_UNIT_TEXT_FILL_FORE_SCHEMECOLOR_INDEX" val="1"/>
  <p:tag name="KSO_WM_UNIT_TEXT_FILL_TYPE" val="1"/>
  <p:tag name="KSO_WM_UNIT_USESOURCEFORMAT_APPLY" val="0"/>
</p:tagLst>
</file>

<file path=ppt/tags/tag129.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54.9*359.097"/>
  <p:tag name="KSO_WM_SLIDE_POSITION" val="360.7*131.976"/>
  <p:tag name="KSO_WM_SLIDE_LAYOUT" val="a_d_l"/>
  <p:tag name="KSO_WM_SLIDE_LAYOUT_CNT" val="1_1_1"/>
  <p:tag name="KSO_WM_SPECIAL_SOURCE" val="bdnull"/>
  <p:tag name="KSO_WM_DIAGRAM_GROUP_CODE" val="l1-1"/>
  <p:tag name="KSO_WM_SLIDE_DIAGTYPE" val="l"/>
  <p:tag name="KSO_WM_TEMPLATE_INDEX" val="20238617"/>
  <p:tag name="KSO_WM_TEMPLATE_SUBCATEGORY" val="0"/>
  <p:tag name="KSO_WM_SLIDE_INDEX" val="1"/>
  <p:tag name="KSO_WM_TAG_VERSION" val="3.0"/>
  <p:tag name="KSO_WM_SLIDE_ID" val="custom20231772_1"/>
  <p:tag name="KSO_WM_SLIDE_ITEM_CNT" val="3"/>
</p:tagLst>
</file>

<file path=ppt/tags/tag13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455_1*a*1"/>
  <p:tag name="KSO_WM_TEMPLATE_CATEGORY" val="custom"/>
  <p:tag name="KSO_WM_TEMPLATE_INDEX" val="20235455"/>
  <p:tag name="KSO_WM_UNIT_LAYERLEVEL" val="1"/>
  <p:tag name="KSO_WM_TAG_VERSION" val="3.0"/>
  <p:tag name="KSO_WM_BEAUTIFY_FLAG" val="#wm#"/>
  <p:tag name="KSO_WM_UNIT_PRESET_TEXT" val="单击此处添加页面标题"/>
  <p:tag name="KSO_WM_UNIT_TEXT_TYPE" val="1"/>
  <p:tag name="KSO_WM_UNIT_TEXT_FILL_FORE_SCHEMECOLOR_INDEX" val="13"/>
  <p:tag name="KSO_WM_UNIT_TEXT_FILL_TYPE" val="1"/>
  <p:tag name="KSO_WM_UNIT_USESOURCEFORMAT_APPLY" val="0"/>
</p:tagLst>
</file>

<file path=ppt/tags/tag1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410_1*l_h_f*1_1_1"/>
  <p:tag name="KSO_WM_TEMPLATE_CATEGORY" val="diagram"/>
  <p:tag name="KSO_WM_TEMPLATE_INDEX" val="20235410"/>
  <p:tag name="KSO_WM_UNIT_LAYERLEVEL" val="1_1_1"/>
  <p:tag name="KSO_WM_TAG_VERSION" val="3.0"/>
  <p:tag name="KSO_WM_DIAGRAM_VIRTUALLY_FRAME" val="{&quot;height&quot;:414.15,&quot;left&quot;:45.93756073238346,&quot;top&quot;:113.6,&quot;width&quot;:908.5374786376954}"/>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输入你的正文，文字是您思想的提炼，为了最终演示发布的良好效果，请尽量言简意赅的阐述观点。根据需要可酌情增减文字。"/>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1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5410_1*l_h_a*1_1_1"/>
  <p:tag name="KSO_WM_TEMPLATE_CATEGORY" val="diagram"/>
  <p:tag name="KSO_WM_TEMPLATE_INDEX" val="20235410"/>
  <p:tag name="KSO_WM_UNIT_LAYERLEVEL" val="1_1_1"/>
  <p:tag name="KSO_WM_TAG_VERSION" val="3.0"/>
  <p:tag name="KSO_WM_DIAGRAM_VIRTUALLY_FRAME" val="{&quot;height&quot;:414.15,&quot;left&quot;:45.93756073238346,&quot;top&quot;:113.6,&quot;width&quot;:908.5374786376954}"/>
  <p:tag name="KSO_WM_BEAUTIFY_FLAG" val="#wm#"/>
  <p:tag name="KSO_WM_DIAGRAM_GROUP_CODE" val="l1-1"/>
  <p:tag name="KSO_WM_DIAGRAM_VERSION" val="3"/>
  <p:tag name="KSO_WM_DIAGRAM_COLOR_TRICK" val="1"/>
  <p:tag name="KSO_WM_DIAGRAM_COLOR_TEXT_CAN_REMOVE" val="n"/>
  <p:tag name="KSO_WM_UNIT_PRESET_TEXT" val="单击此处添加项目的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10"/>
  <p:tag name="KSO_WM_UNIT_LAYERLEVEL" val="1_1_1"/>
  <p:tag name="KSO_WM_TAG_VERSION" val="3.0"/>
  <p:tag name="KSO_WM_DIAGRAM_MAX_ITEMCNT" val="5"/>
  <p:tag name="KSO_WM_DIAGRAM_MIN_ITEMCNT" val="2"/>
  <p:tag name="KSO_WM_DIAGRAM_VIRTUALLY_FRAME" val="{&quot;height&quot;:414.15,&quot;left&quot;:45.93756073238346,&quot;top&quot;:113.6,&quot;width&quot;:908.537478637695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10_1*l_h_i*1_1_1"/>
  <p:tag name="KSO_WM_UNIT_INDEX" val="1_1_1"/>
  <p:tag name="KSO_WM_UNIT_USESOURCEFORMAT_APPLY" val="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10_1*l_h_x*1_1_1"/>
  <p:tag name="KSO_WM_TEMPLATE_CATEGORY" val="diagram"/>
  <p:tag name="KSO_WM_TEMPLATE_INDEX" val="20235410"/>
  <p:tag name="KSO_WM_UNIT_LAYERLEVEL" val="1_1_1"/>
  <p:tag name="KSO_WM_TAG_VERSION" val="3.0"/>
  <p:tag name="KSO_WM_BEAUTIFY_FLAG" val="#wm#"/>
  <p:tag name="KSO_WM_UNIT_VALUE" val="70*70"/>
  <p:tag name="KSO_WM_UNIT_TYPE" val="l_h_x"/>
  <p:tag name="KSO_WM_UNIT_INDEX" val="1_1_1"/>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4.15,&quot;left&quot;:45.93756073238346,&quot;top&quot;:113.6,&quot;width&quot;:908.53747863769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1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410_1*l_h_f*1_2_1"/>
  <p:tag name="KSO_WM_TEMPLATE_CATEGORY" val="diagram"/>
  <p:tag name="KSO_WM_TEMPLATE_INDEX" val="20235410"/>
  <p:tag name="KSO_WM_UNIT_LAYERLEVEL" val="1_1_1"/>
  <p:tag name="KSO_WM_TAG_VERSION" val="3.0"/>
  <p:tag name="KSO_WM_DIAGRAM_VIRTUALLY_FRAME" val="{&quot;height&quot;:414.15,&quot;left&quot;:45.93756073238346,&quot;top&quot;:113.6,&quot;width&quot;:908.5374786376954}"/>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输入你的正文，文字是您思想的提炼，为了最终演示发布的良好效果，请尽量言简意赅的阐述观点。以便观者可以准确理解您所传达的信息。"/>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1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5410_1*l_h_a*1_2_1"/>
  <p:tag name="KSO_WM_TEMPLATE_CATEGORY" val="diagram"/>
  <p:tag name="KSO_WM_TEMPLATE_INDEX" val="20235410"/>
  <p:tag name="KSO_WM_UNIT_LAYERLEVEL" val="1_1_1"/>
  <p:tag name="KSO_WM_TAG_VERSION" val="3.0"/>
  <p:tag name="KSO_WM_DIAGRAM_VIRTUALLY_FRAME" val="{&quot;height&quot;:414.15,&quot;left&quot;:45.93756073238346,&quot;top&quot;:113.6,&quot;width&quot;:908.5374786376954}"/>
  <p:tag name="KSO_WM_BEAUTIFY_FLAG" val="#wm#"/>
  <p:tag name="KSO_WM_DIAGRAM_GROUP_CODE" val="l1-1"/>
  <p:tag name="KSO_WM_DIAGRAM_VERSION" val="3"/>
  <p:tag name="KSO_WM_DIAGRAM_COLOR_TRICK" val="1"/>
  <p:tag name="KSO_WM_DIAGRAM_COLOR_TEXT_CAN_REMOVE" val="n"/>
  <p:tag name="KSO_WM_UNIT_PRESET_TEXT" val="单击此处添加项目的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10"/>
  <p:tag name="KSO_WM_UNIT_LAYERLEVEL" val="1_1_1"/>
  <p:tag name="KSO_WM_TAG_VERSION" val="3.0"/>
  <p:tag name="KSO_WM_DIAGRAM_MAX_ITEMCNT" val="5"/>
  <p:tag name="KSO_WM_DIAGRAM_MIN_ITEMCNT" val="2"/>
  <p:tag name="KSO_WM_DIAGRAM_VIRTUALLY_FRAME" val="{&quot;height&quot;:414.15,&quot;left&quot;:45.93756073238346,&quot;top&quot;:113.6,&quot;width&quot;:908.537478637695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10_1*l_h_i*1_2_1"/>
  <p:tag name="KSO_WM_UNIT_INDEX" val="1_2_1"/>
  <p:tag name="KSO_WM_UNIT_USESOURCEFORMAT_APPLY" val="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10_1*l_h_x*1_2_1"/>
  <p:tag name="KSO_WM_TEMPLATE_CATEGORY" val="diagram"/>
  <p:tag name="KSO_WM_TEMPLATE_INDEX" val="20235410"/>
  <p:tag name="KSO_WM_UNIT_LAYERLEVEL" val="1_1_1"/>
  <p:tag name="KSO_WM_TAG_VERSION" val="3.0"/>
  <p:tag name="KSO_WM_BEAUTIFY_FLAG" val="#wm#"/>
  <p:tag name="KSO_WM_UNIT_VALUE" val="70*70"/>
  <p:tag name="KSO_WM_UNIT_TYPE" val="l_h_x"/>
  <p:tag name="KSO_WM_UNIT_INDEX" val="1_2_1"/>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4.15,&quot;left&quot;:45.93756073238346,&quot;top&quot;:113.6,&quot;width&quot;:908.53747863769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1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5410_1*l_h_a*1_1_1"/>
  <p:tag name="KSO_WM_TEMPLATE_CATEGORY" val="diagram"/>
  <p:tag name="KSO_WM_TEMPLATE_INDEX" val="20235410"/>
  <p:tag name="KSO_WM_UNIT_LAYERLEVEL" val="1_1_1"/>
  <p:tag name="KSO_WM_TAG_VERSION" val="3.0"/>
  <p:tag name="KSO_WM_DIAGRAM_VIRTUALLY_FRAME" val="{&quot;height&quot;:414.15,&quot;left&quot;:45.93756073238346,&quot;top&quot;:113.6,&quot;width&quot;:908.5374786376954}"/>
  <p:tag name="KSO_WM_DIAGRAM_GROUP_CODE" val="l1-1"/>
  <p:tag name="KSO_WM_DIAGRAM_VERSION" val="3"/>
  <p:tag name="KSO_WM_DIAGRAM_COLOR_TRICK" val="1"/>
  <p:tag name="KSO_WM_DIAGRAM_COLOR_TEXT_CAN_REMOVE" val="n"/>
  <p:tag name="KSO_WM_UNIT_PRESET_TEXT" val="单击此处添加项目的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10"/>
  <p:tag name="KSO_WM_UNIT_LAYERLEVEL" val="1_1_1"/>
  <p:tag name="KSO_WM_TAG_VERSION" val="3.0"/>
  <p:tag name="KSO_WM_DIAGRAM_MAX_ITEMCNT" val="5"/>
  <p:tag name="KSO_WM_DIAGRAM_MIN_ITEMCNT" val="2"/>
  <p:tag name="KSO_WM_DIAGRAM_VIRTUALLY_FRAME" val="{&quot;height&quot;:414.15,&quot;left&quot;:45.93756073238346,&quot;top&quot;:113.6,&quot;width&quot;:908.537478637695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10_1*l_h_i*1_1_1"/>
  <p:tag name="KSO_WM_UNIT_INDEX" val="1_1_1"/>
  <p:tag name="KSO_WM_UNIT_USESOURCEFORMAT_APPLY" val="0"/>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10_1*l_h_x*1_1_1"/>
  <p:tag name="KSO_WM_TEMPLATE_CATEGORY" val="diagram"/>
  <p:tag name="KSO_WM_TEMPLATE_INDEX" val="20235410"/>
  <p:tag name="KSO_WM_UNIT_LAYERLEVEL" val="1_1_1"/>
  <p:tag name="KSO_WM_TAG_VERSION" val="3.0"/>
  <p:tag name="KSO_WM_UNIT_VALUE" val="70*70"/>
  <p:tag name="KSO_WM_UNIT_TYPE" val="l_h_x"/>
  <p:tag name="KSO_WM_UNIT_INDEX" val="1_1_1"/>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4.15,&quot;left&quot;:45.93756073238346,&quot;top&quot;:113.6,&quot;width&quot;:908.53747863769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1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410_1*l_h_f*1_2_1"/>
  <p:tag name="KSO_WM_TEMPLATE_CATEGORY" val="diagram"/>
  <p:tag name="KSO_WM_TEMPLATE_INDEX" val="20235410"/>
  <p:tag name="KSO_WM_UNIT_LAYERLEVEL" val="1_1_1"/>
  <p:tag name="KSO_WM_TAG_VERSION" val="3.0"/>
  <p:tag name="KSO_WM_DIAGRAM_VIRTUALLY_FRAME" val="{&quot;height&quot;:414.15,&quot;left&quot;:45.93756073238346,&quot;top&quot;:113.6,&quot;width&quot;:908.5374786376954}"/>
  <p:tag name="KSO_WM_UNIT_TEXT_LAYER_COUNT" val="1"/>
  <p:tag name="KSO_WM_DIAGRAM_GROUP_CODE" val="l1-1"/>
  <p:tag name="KSO_WM_DIAGRAM_VERSION" val="3"/>
  <p:tag name="KSO_WM_DIAGRAM_COLOR_TRICK" val="1"/>
  <p:tag name="KSO_WM_DIAGRAM_COLOR_TEXT_CAN_REMOVE" val="n"/>
  <p:tag name="KSO_WM_UNIT_PRESET_TEXT" val="单击此处输入你的正文，文字是您思想的提炼，为了最终演示发布的良好效果，请尽量言简意赅的阐述观点。以便观者可以准确理解您所传达的信息。"/>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143.xml><?xml version="1.0" encoding="utf-8"?>
<p:tagLst xmlns:p="http://schemas.openxmlformats.org/presentationml/2006/main">
  <p:tag name="KSO_WM_SLIDE_ID" val="custom20235455_1"/>
  <p:tag name="KSO_WM_TEMPLATE_SUBCATEGORY" val="0"/>
  <p:tag name="KSO_WM_TEMPLATE_MASTER_TYPE" val="0"/>
  <p:tag name="KSO_WM_TEMPLATE_COLOR_TYPE" val="0"/>
  <p:tag name="KSO_WM_SLIDE_TYPE" val="text"/>
  <p:tag name="KSO_WM_SLIDE_SUBTYPE" val="picTxt"/>
  <p:tag name="KSO_WM_SLIDE_ITEM_CNT" val="2"/>
  <p:tag name="KSO_WM_SLIDE_INDEX" val="1"/>
  <p:tag name="KSO_WM_SLIDE_SIZE" val="408.15*360.15"/>
  <p:tag name="KSO_WM_SLIDE_POSITION" val="46.825*129.85"/>
  <p:tag name="KSO_WM_DIAGRAM_GROUP_CODE" val="l1-1"/>
  <p:tag name="KSO_WM_SLIDE_DIAGTYPE" val="l"/>
  <p:tag name="KSO_WM_TAG_VERSION" val="3.0"/>
  <p:tag name="KSO_WM_BEAUTIFY_FLAG" val="#wm#"/>
  <p:tag name="KSO_WM_TEMPLATE_CATEGORY" val="custom"/>
  <p:tag name="KSO_WM_TEMPLATE_INDEX" val="20238617"/>
  <p:tag name="KSO_WM_SLIDE_LAYOUT" val="a_d_l"/>
  <p:tag name="KSO_WM_SLIDE_LAYOUT_CNT" val="1_1_1"/>
</p:tagLst>
</file>

<file path=ppt/tags/tag144.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772"/>
  <p:tag name="KSO_WM_UNIT_ID" val="custom20231772_1*a*1"/>
  <p:tag name="KSO_WM_UNIT_TEXT_TYPE" val="1"/>
  <p:tag name="KSO_WM_UNIT_TEXT_FILL_FORE_SCHEMECOLOR_INDEX" val="13"/>
  <p:tag name="KSO_WM_UNIT_TEXT_FILL_TYPE" val="1"/>
  <p:tag name="KSO_WM_UNIT_USESOURCEFORMAT_APPLY" val="0"/>
  <p:tag name="KSO_WM_UNIT_PRESET_TEXT" val="单击此处添加标题"/>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772_1*i*1"/>
  <p:tag name="KSO_WM_TEMPLATE_CATEGORY" val="custom"/>
  <p:tag name="KSO_WM_TEMPLATE_INDEX" val="20231772"/>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0"/>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44_2*l_h_a*1_1_1"/>
  <p:tag name="KSO_WM_TEMPLATE_CATEGORY" val="diagram"/>
  <p:tag name="KSO_WM_TEMPLATE_INDEX" val="20235644"/>
  <p:tag name="KSO_WM_UNIT_LAYERLEVEL" val="1_1_1"/>
  <p:tag name="KSO_WM_TAG_VERSION" val="3.0"/>
  <p:tag name="KSO_WM_UNIT_ISCONTENTSTITLE" val="0"/>
  <p:tag name="KSO_WM_UNIT_ISNUMDGMTITLE" val="0"/>
  <p:tag name="KSO_WM_UNIT_NOCLEAR" val="0"/>
  <p:tag name="KSO_WM_UNIT_TYPE" val="l_h_a"/>
  <p:tag name="KSO_WM_UNIT_INDEX" val="1_1_1"/>
  <p:tag name="KSO_WM_UNIT_TEXT_TYPE" val="1"/>
  <p:tag name="KSO_WM_DIAGRAM_MAX_ITEMCNT" val="8"/>
  <p:tag name="KSO_WM_DIAGRAM_MIN_ITEMCNT" val="2"/>
  <p:tag name="KSO_WM_DIAGRAM_VIRTUALLY_FRAME" val="{&quot;height&quot;:360.75,&quot;left&quot;:360.2250122070312,&quot;top&quot;:130.8264566929134,&quot;width&quot;:554.8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VALUE" val="20"/>
  <p:tag name="KSO_WM_UNIT_PRESET_TEXT" val="单击添加项标题"/>
  <p:tag name="KSO_WM_UNIT_TEXT_FILL_FORE_SCHEMECOLOR_INDEX" val="1"/>
  <p:tag name="KSO_WM_UNIT_TEXT_FILL_TYPE" val="1"/>
  <p:tag name="KSO_WM_UNIT_USESOURCEFORMAT_APPLY" val="0"/>
</p:tagLst>
</file>

<file path=ppt/tags/tag147.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54.9*359.097"/>
  <p:tag name="KSO_WM_SLIDE_POSITION" val="360.7*131.976"/>
  <p:tag name="KSO_WM_SLIDE_LAYOUT" val="a_d_l"/>
  <p:tag name="KSO_WM_SLIDE_LAYOUT_CNT" val="1_1_1"/>
  <p:tag name="KSO_WM_SPECIAL_SOURCE" val="bdnull"/>
  <p:tag name="KSO_WM_DIAGRAM_GROUP_CODE" val="l1-1"/>
  <p:tag name="KSO_WM_SLIDE_DIAGTYPE" val="l"/>
  <p:tag name="KSO_WM_TEMPLATE_INDEX" val="20238617"/>
  <p:tag name="KSO_WM_TEMPLATE_SUBCATEGORY" val="0"/>
  <p:tag name="KSO_WM_SLIDE_INDEX" val="1"/>
  <p:tag name="KSO_WM_TAG_VERSION" val="3.0"/>
  <p:tag name="KSO_WM_SLIDE_ID" val="custom20231772_1"/>
  <p:tag name="KSO_WM_SLIDE_ITEM_CNT" val="3"/>
</p:tagLst>
</file>

<file path=ppt/tags/tag148.xml><?xml version="1.0" encoding="utf-8"?>
<p:tagLst xmlns:p="http://schemas.openxmlformats.org/presentationml/2006/main">
  <p:tag name="KSO_WM_UNIT_TYPE" val="a"/>
  <p:tag name="KSO_WM_UNIT_INDEX" val="1"/>
  <p:tag name="KSO_WM_BEAUTIFY_FLAG" val="#wm#"/>
  <p:tag name="KSO_WM_TAG_VERSION" val="3.0"/>
  <p:tag name="KSO_WM_UNIT_ID" val="custom2023861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PRESET_TEXT" val="添加章节标题"/>
  <p:tag name="KSO_WM_UNIT_TEXT_TYPE" val="1"/>
</p:tagLst>
</file>

<file path=ppt/tags/tag149.xml><?xml version="1.0" encoding="utf-8"?>
<p:tagLst xmlns:p="http://schemas.openxmlformats.org/presentationml/2006/main">
  <p:tag name="KSO_WM_UNIT_TYPE" val="e"/>
  <p:tag name="KSO_WM_UNIT_INDEX" val="1"/>
  <p:tag name="KSO_WM_BEAUTIFY_FLAG" val="#wm#"/>
  <p:tag name="KSO_WM_TAG_VERSION" val="3.0"/>
  <p:tag name="KSO_WM_UNIT_ID" val="custom2023861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VALUE" val="6"/>
  <p:tag name="KSO_WM_UNIT_PRESET_TEXT_INDEX" val="-1"/>
  <p:tag name="KSO_WM_UNIT_PRESET_TEXT_LEN" val="0"/>
</p:tagLst>
</file>

<file path=ppt/tags/tag150.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617"/>
  <p:tag name="KSO_WM_TEMPLATE_CATEGORY" val="custom"/>
  <p:tag name="KSO_WM_SLIDE_INDEX" val="7"/>
  <p:tag name="KSO_WM_SLIDE_ID" val="custom20238617_7"/>
  <p:tag name="KSO_WM_TEMPLATE_MASTER_TYPE" val="0"/>
  <p:tag name="KSO_WM_SLIDE_LAYOUT" val="a_e"/>
  <p:tag name="KSO_WM_SLIDE_LAYOUT_CNT" val="1_1"/>
  <p:tag name="KSO_WM_SLIDE_THEME_ID" val="3402577"/>
  <p:tag name="KSO_WM_SLIDE_THEME_NAME" val="简约风通用箭头职场办公"/>
</p:tagLst>
</file>

<file path=ppt/tags/tag1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53.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56.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59.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6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62.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63.xml><?xml version="1.0" encoding="utf-8"?>
<p:tagLst xmlns:p="http://schemas.openxmlformats.org/presentationml/2006/main">
  <p:tag name="KSO_WM_UNIT_TYPE" val="a"/>
  <p:tag name="KSO_WM_UNIT_INDEX" val="1"/>
  <p:tag name="KSO_WM_BEAUTIFY_FLAG" val="#wm#"/>
  <p:tag name="KSO_WM_TAG_VERSION" val="3.0"/>
  <p:tag name="KSO_WM_UNIT_ID" val="custom2023861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PRESET_TEXT" val="添加章节标题"/>
  <p:tag name="KSO_WM_UNIT_TEXT_TYPE" val="1"/>
</p:tagLst>
</file>

<file path=ppt/tags/tag164.xml><?xml version="1.0" encoding="utf-8"?>
<p:tagLst xmlns:p="http://schemas.openxmlformats.org/presentationml/2006/main">
  <p:tag name="KSO_WM_UNIT_TYPE" val="e"/>
  <p:tag name="KSO_WM_UNIT_INDEX" val="1"/>
  <p:tag name="KSO_WM_BEAUTIFY_FLAG" val="#wm#"/>
  <p:tag name="KSO_WM_TAG_VERSION" val="3.0"/>
  <p:tag name="KSO_WM_UNIT_ID" val="custom2023861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VALUE" val="6"/>
  <p:tag name="KSO_WM_UNIT_PRESET_TEXT_INDEX" val="-1"/>
  <p:tag name="KSO_WM_UNIT_PRESET_TEXT_LEN" val="0"/>
</p:tagLst>
</file>

<file path=ppt/tags/tag165.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617"/>
  <p:tag name="KSO_WM_TEMPLATE_CATEGORY" val="custom"/>
  <p:tag name="KSO_WM_SLIDE_INDEX" val="7"/>
  <p:tag name="KSO_WM_SLIDE_ID" val="custom20238617_7"/>
  <p:tag name="KSO_WM_TEMPLATE_MASTER_TYPE" val="0"/>
  <p:tag name="KSO_WM_SLIDE_LAYOUT" val="a_e"/>
  <p:tag name="KSO_WM_SLIDE_LAYOUT_CNT" val="1_1"/>
  <p:tag name="KSO_WM_SLIDE_THEME_ID" val="3402577"/>
  <p:tag name="KSO_WM_SLIDE_THEME_NAME" val="简约风通用箭头职场办公"/>
</p:tagLst>
</file>

<file path=ppt/tags/tag1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68.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69.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70.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171.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72.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1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75.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76.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77.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 name="KSO_WM_AICARD_INVALID" val="Invalid"/>
</p:tagLst>
</file>

<file path=ppt/tags/tag1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80.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83.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8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86.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89.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92.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9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95.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19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198.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9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0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01.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04.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07.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10.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1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13.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14.xml><?xml version="1.0" encoding="utf-8"?>
<p:tagLst xmlns:p="http://schemas.openxmlformats.org/presentationml/2006/main">
  <p:tag name="KSO_WM_UNIT_TYPE" val="a"/>
  <p:tag name="KSO_WM_UNIT_INDEX" val="1"/>
  <p:tag name="KSO_WM_BEAUTIFY_FLAG" val="#wm#"/>
  <p:tag name="KSO_WM_TAG_VERSION" val="3.0"/>
  <p:tag name="KSO_WM_UNIT_ID" val="custom2023861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PRESET_TEXT" val="添加章节标题"/>
  <p:tag name="KSO_WM_UNIT_TEXT_TYPE" val="1"/>
</p:tagLst>
</file>

<file path=ppt/tags/tag215.xml><?xml version="1.0" encoding="utf-8"?>
<p:tagLst xmlns:p="http://schemas.openxmlformats.org/presentationml/2006/main">
  <p:tag name="KSO_WM_UNIT_TYPE" val="e"/>
  <p:tag name="KSO_WM_UNIT_INDEX" val="1"/>
  <p:tag name="KSO_WM_BEAUTIFY_FLAG" val="#wm#"/>
  <p:tag name="KSO_WM_TAG_VERSION" val="3.0"/>
  <p:tag name="KSO_WM_UNIT_ID" val="custom2023861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VALUE" val="6"/>
  <p:tag name="KSO_WM_UNIT_PRESET_TEXT_INDEX" val="-1"/>
  <p:tag name="KSO_WM_UNIT_PRESET_TEXT_LEN" val="0"/>
</p:tagLst>
</file>

<file path=ppt/tags/tag21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617"/>
  <p:tag name="KSO_WM_TEMPLATE_CATEGORY" val="custom"/>
  <p:tag name="KSO_WM_SLIDE_INDEX" val="7"/>
  <p:tag name="KSO_WM_SLIDE_ID" val="custom20238617_7"/>
  <p:tag name="KSO_WM_TEMPLATE_MASTER_TYPE" val="0"/>
  <p:tag name="KSO_WM_SLIDE_LAYOUT" val="a_e"/>
  <p:tag name="KSO_WM_SLIDE_LAYOUT_CNT" val="1_1"/>
  <p:tag name="KSO_WM_SLIDE_THEME_ID" val="3402577"/>
  <p:tag name="KSO_WM_SLIDE_THEME_NAME" val="简约风通用箭头职场办公"/>
</p:tagLst>
</file>

<file path=ppt/tags/tag2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19.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22.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92_8*f*1"/>
  <p:tag name="KSO_WM_TEMPLATE_CATEGORY" val="custom"/>
  <p:tag name="KSO_WM_TEMPLATE_INDEX" val="20230292"/>
  <p:tag name="KSO_WM_UNIT_LAYERLEVEL" val="1"/>
  <p:tag name="KSO_WM_TAG_VERSION" val="3.0"/>
  <p:tag name="KSO_WM_BEAUTIFY_FLAG" val="#wm#"/>
  <p:tag name="KSO_WM_UNIT_PRESET_TEXT" val="单击此处添加文本"/>
  <p:tag name="KSO_WM_UNIT_TEXT_TYPE" val="1"/>
</p:tagLst>
</file>

<file path=ppt/tags/tag2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TEMPLATE_CATEGORY" val="custom"/>
  <p:tag name="KSO_WM_TEMPLATE_INDEX" val="20230292"/>
  <p:tag name="KSO_WM_UNIT_LAYERLEVEL" val="1"/>
  <p:tag name="KSO_WM_TAG_VERSION" val="3.0"/>
  <p:tag name="KSO_WM_BEAUTIFY_FLAG" val="#wm#"/>
  <p:tag name="KSO_WM_UNIT_CONTENT_GROUP_TYPE" val="titlestyle"/>
  <p:tag name="KSO_WM_UNIT_PRESET_TEXT" val="单击此处编辑母版标题样式"/>
  <p:tag name="KSO_WM_UNIT_TEXT_TYPE" val="1"/>
</p:tagLst>
</file>

<file path=ppt/tags/tag225.xml><?xml version="1.0" encoding="utf-8"?>
<p:tagLst xmlns:p="http://schemas.openxmlformats.org/presentationml/2006/main">
  <p:tag name="KSO_WM_SLIDE_ID" val="custom2023861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8617"/>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226.xml><?xml version="1.0" encoding="utf-8"?>
<p:tagLst xmlns:p="http://schemas.openxmlformats.org/presentationml/2006/main">
  <p:tag name="KSO_WM_UNIT_TYPE" val="a"/>
  <p:tag name="KSO_WM_UNIT_INDEX" val="1"/>
  <p:tag name="KSO_WM_BEAUTIFY_FLAG" val="#wm#"/>
  <p:tag name="KSO_WM_TAG_VERSION" val="3.0"/>
  <p:tag name="KSO_WM_UNIT_ID" val="custom20238617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Lst>
</file>

<file path=ppt/tags/tag227.xml><?xml version="1.0" encoding="utf-8"?>
<p:tagLst xmlns:p="http://schemas.openxmlformats.org/presentationml/2006/main">
  <p:tag name="KSO_WM_UNIT_TYPE" val="b"/>
  <p:tag name="KSO_WM_UNIT_INDEX" val="1"/>
  <p:tag name="KSO_WM_BEAUTIFY_FLAG" val="#wm#"/>
  <p:tag name="KSO_WM_TAG_VERSION" val="3.0"/>
  <p:tag name="KSO_WM_UNIT_ID" val="custom20238617_9*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VALUE" val="22"/>
  <p:tag name="KSO_WM_UNIT_TEXT_TYPE" val="1"/>
  <p:tag name="KSO_WM_UNIT_PRESET_TEXT" val="单击此处添加副标题内容"/>
</p:tagLst>
</file>

<file path=ppt/tags/tag22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617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TEXT_LAYER_COUNT" val="1"/>
  <p:tag name="KSO_WM_UNIT_VALUE" val="22"/>
</p:tagLst>
</file>

<file path=ppt/tags/tag229.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617"/>
  <p:tag name="KSO_WM_TEMPLATE_CATEGORY" val="custom"/>
  <p:tag name="KSO_WM_SLIDE_INDEX" val="9"/>
  <p:tag name="KSO_WM_SLIDE_ID" val="custom20238617_9"/>
  <p:tag name="KSO_WM_TEMPLATE_MASTER_TYPE" val="0"/>
  <p:tag name="KSO_WM_SLIDE_LAYOUT" val="a_b_f"/>
  <p:tag name="KSO_WM_SLIDE_LAYOUT_CNT" val="1_1_1"/>
  <p:tag name="KSO_WM_SLIDE_THEME_ID" val="3402577"/>
  <p:tag name="KSO_WM_SLIDE_THEME_NAME" val="简约风通用箭头职场办公"/>
</p:tagLst>
</file>

<file path=ppt/theme/theme1.xml><?xml version="1.0" encoding="utf-8"?>
<a:theme xmlns:a="http://schemas.openxmlformats.org/drawingml/2006/main" name="简约风通用箭头职场办公">
  <a:themeElements>
    <a:clrScheme name="蓝色通用箭头">
      <a:dk1>
        <a:sysClr val="windowText" lastClr="000000"/>
      </a:dk1>
      <a:lt1>
        <a:sysClr val="window" lastClr="FFFFFF"/>
      </a:lt1>
      <a:dk2>
        <a:srgbClr val="44546A"/>
      </a:dk2>
      <a:lt2>
        <a:srgbClr val="E7E6E6"/>
      </a:lt2>
      <a:accent1>
        <a:srgbClr val="4E62DF"/>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7903</Words>
  <Application>WPS 演示</Application>
  <PresentationFormat>宽屏</PresentationFormat>
  <Paragraphs>258</Paragraphs>
  <Slides>32</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Arial</vt:lpstr>
      <vt:lpstr>宋体</vt:lpstr>
      <vt:lpstr>Wingdings</vt:lpstr>
      <vt:lpstr>Wingdings</vt:lpstr>
      <vt:lpstr>微软雅黑</vt:lpstr>
      <vt:lpstr>Arial Unicode MS</vt:lpstr>
      <vt:lpstr>Calibri</vt:lpstr>
      <vt:lpstr>MiSans Heavy</vt:lpstr>
      <vt:lpstr>MiSans Normal</vt:lpstr>
      <vt:lpstr>MiSans Heavy</vt:lpstr>
      <vt:lpstr>Segoe Print</vt:lpstr>
      <vt:lpstr>MiSans Normal</vt:lpstr>
      <vt:lpstr>简约风通用箭头职场办公</vt:lpstr>
      <vt:lpstr>Style analysis of Car Design by pipeline </vt:lpstr>
      <vt:lpstr>Menu</vt:lpstr>
      <vt:lpstr>Introduction</vt:lpstr>
      <vt:lpstr>单击此处添加标题</vt:lpstr>
      <vt:lpstr>单击此处添加标题</vt:lpstr>
      <vt:lpstr>单击此处添加页面标题</vt:lpstr>
      <vt:lpstr>Why?</vt:lpstr>
      <vt:lpstr>Introduction</vt:lpstr>
      <vt:lpstr>Problem Description</vt:lpstr>
      <vt:lpstr>Approach to the solution.</vt:lpstr>
      <vt:lpstr>Approach to the solution - part 2</vt:lpstr>
      <vt:lpstr>Computational challenges faced - part 1</vt:lpstr>
      <vt:lpstr>Proposed Method</vt:lpstr>
      <vt:lpstr>Approach to the solution - part 2</vt:lpstr>
      <vt:lpstr>Results</vt:lpstr>
      <vt:lpstr>Results - part 1</vt:lpstr>
      <vt:lpstr>Results - part 1</vt:lpstr>
      <vt:lpstr>Results - part 1</vt:lpstr>
      <vt:lpstr>Results - part 5</vt:lpstr>
      <vt:lpstr>Results - part 6</vt:lpstr>
      <vt:lpstr>Results - part 7</vt:lpstr>
      <vt:lpstr>Results - part 7</vt:lpstr>
      <vt:lpstr>Results - part 9</vt:lpstr>
      <vt:lpstr>Results - part 5</vt:lpstr>
      <vt:lpstr>Results - part 11</vt:lpstr>
      <vt:lpstr>Results - part 11</vt:lpstr>
      <vt:lpstr>Results - part 5</vt:lpstr>
      <vt:lpstr>Experimental Results</vt:lpstr>
      <vt:lpstr>Results - part 1</vt:lpstr>
      <vt:lpstr>Results Discussion - part 1</vt:lpstr>
      <vt:lpstr>Problem Description</vt:lpstr>
      <vt:lpstr>感谢您的观看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z1h2c3z@yahoo.com.cn</cp:lastModifiedBy>
  <cp:revision>158</cp:revision>
  <dcterms:created xsi:type="dcterms:W3CDTF">2019-06-19T02:08:00Z</dcterms:created>
  <dcterms:modified xsi:type="dcterms:W3CDTF">2026-04-25T19:35:25Z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92A0DAAE65234B34A029258574F3A581_11</vt:lpwstr>
  </property>
</Properties>
</file>